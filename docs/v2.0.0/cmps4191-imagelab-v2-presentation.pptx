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99" r:id="rId5"/>
    <p:sldMasterId id="2147483700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y="5143500" cx="9144000"/>
  <p:notesSz cx="6858000" cy="9144000"/>
  <p:embeddedFontLst>
    <p:embeddedFont>
      <p:font typeface="IBM Plex Sans"/>
      <p:regular r:id="rId18"/>
      <p:bold r:id="rId19"/>
      <p:italic r:id="rId20"/>
      <p:boldItalic r:id="rId21"/>
    </p:embeddedFont>
    <p:embeddedFont>
      <p:font typeface="IBM Plex Sans Light"/>
      <p:regular r:id="rId22"/>
      <p:bold r:id="rId23"/>
      <p:italic r:id="rId24"/>
      <p:boldItalic r:id="rId25"/>
    </p:embeddedFont>
    <p:embeddedFont>
      <p:font typeface="IBM Plex Mono Light"/>
      <p:regular r:id="rId26"/>
      <p:bold r:id="rId27"/>
      <p:italic r:id="rId28"/>
      <p:boldItalic r:id="rId29"/>
    </p:embeddedFont>
    <p:embeddedFont>
      <p:font typeface="IBM Plex Sans Medium"/>
      <p:regular r:id="rId30"/>
      <p:bold r:id="rId31"/>
      <p:italic r:id="rId32"/>
      <p:boldItalic r:id="rId33"/>
    </p:embeddedFont>
    <p:embeddedFont>
      <p:font typeface="IBM Plex Mono SemiBold"/>
      <p:regular r:id="rId34"/>
      <p:bold r:id="rId35"/>
      <p:italic r:id="rId36"/>
      <p:boldItalic r:id="rId37"/>
    </p:embeddedFont>
    <p:embeddedFont>
      <p:font typeface="IBM Plex Sans SemiBold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1AF67CF-0FFA-4AAD-A4D5-C67BB7332656}">
  <a:tblStyle styleId="{51AF67CF-0FFA-4AAD-A4D5-C67BB733265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IBMPlexSansSemiBold-italic.fntdata"/><Relationship Id="rId20" Type="http://schemas.openxmlformats.org/officeDocument/2006/relationships/font" Target="fonts/IBMPlexSans-italic.fntdata"/><Relationship Id="rId41" Type="http://schemas.openxmlformats.org/officeDocument/2006/relationships/font" Target="fonts/IBMPlexSansSemiBold-boldItalic.fntdata"/><Relationship Id="rId22" Type="http://schemas.openxmlformats.org/officeDocument/2006/relationships/font" Target="fonts/IBMPlexSansLight-regular.fntdata"/><Relationship Id="rId21" Type="http://schemas.openxmlformats.org/officeDocument/2006/relationships/font" Target="fonts/IBMPlexSans-boldItalic.fntdata"/><Relationship Id="rId24" Type="http://schemas.openxmlformats.org/officeDocument/2006/relationships/font" Target="fonts/IBMPlexSansLight-italic.fntdata"/><Relationship Id="rId23" Type="http://schemas.openxmlformats.org/officeDocument/2006/relationships/font" Target="fonts/IBMPlexSansLight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font" Target="fonts/IBMPlexMonoLight-regular.fntdata"/><Relationship Id="rId25" Type="http://schemas.openxmlformats.org/officeDocument/2006/relationships/font" Target="fonts/IBMPlexSansLight-boldItalic.fntdata"/><Relationship Id="rId28" Type="http://schemas.openxmlformats.org/officeDocument/2006/relationships/font" Target="fonts/IBMPlexMonoLight-italic.fntdata"/><Relationship Id="rId27" Type="http://schemas.openxmlformats.org/officeDocument/2006/relationships/font" Target="fonts/IBMPlexMonoLight-bold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font" Target="fonts/IBMPlexMonoLight-boldItalic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font" Target="fonts/IBMPlexSansMedium-bold.fntdata"/><Relationship Id="rId30" Type="http://schemas.openxmlformats.org/officeDocument/2006/relationships/font" Target="fonts/IBMPlexSansMedium-regular.fntdata"/><Relationship Id="rId11" Type="http://schemas.openxmlformats.org/officeDocument/2006/relationships/slide" Target="slides/slide4.xml"/><Relationship Id="rId33" Type="http://schemas.openxmlformats.org/officeDocument/2006/relationships/font" Target="fonts/IBMPlexSansMedium-boldItalic.fntdata"/><Relationship Id="rId10" Type="http://schemas.openxmlformats.org/officeDocument/2006/relationships/slide" Target="slides/slide3.xml"/><Relationship Id="rId32" Type="http://schemas.openxmlformats.org/officeDocument/2006/relationships/font" Target="fonts/IBMPlexSansMedium-italic.fntdata"/><Relationship Id="rId13" Type="http://schemas.openxmlformats.org/officeDocument/2006/relationships/slide" Target="slides/slide6.xml"/><Relationship Id="rId35" Type="http://schemas.openxmlformats.org/officeDocument/2006/relationships/font" Target="fonts/IBMPlexMonoSemiBold-bold.fntdata"/><Relationship Id="rId12" Type="http://schemas.openxmlformats.org/officeDocument/2006/relationships/slide" Target="slides/slide5.xml"/><Relationship Id="rId34" Type="http://schemas.openxmlformats.org/officeDocument/2006/relationships/font" Target="fonts/IBMPlexMonoSemiBold-regular.fntdata"/><Relationship Id="rId15" Type="http://schemas.openxmlformats.org/officeDocument/2006/relationships/slide" Target="slides/slide8.xml"/><Relationship Id="rId37" Type="http://schemas.openxmlformats.org/officeDocument/2006/relationships/font" Target="fonts/IBMPlexMonoSemiBold-boldItalic.fntdata"/><Relationship Id="rId14" Type="http://schemas.openxmlformats.org/officeDocument/2006/relationships/slide" Target="slides/slide7.xml"/><Relationship Id="rId36" Type="http://schemas.openxmlformats.org/officeDocument/2006/relationships/font" Target="fonts/IBMPlexMonoSemiBold-italic.fntdata"/><Relationship Id="rId17" Type="http://schemas.openxmlformats.org/officeDocument/2006/relationships/slide" Target="slides/slide10.xml"/><Relationship Id="rId39" Type="http://schemas.openxmlformats.org/officeDocument/2006/relationships/font" Target="fonts/IBMPlexSansSemiBold-bold.fntdata"/><Relationship Id="rId16" Type="http://schemas.openxmlformats.org/officeDocument/2006/relationships/slide" Target="slides/slide9.xml"/><Relationship Id="rId38" Type="http://schemas.openxmlformats.org/officeDocument/2006/relationships/font" Target="fonts/IBMPlexSansSemiBold-regular.fntdata"/><Relationship Id="rId19" Type="http://schemas.openxmlformats.org/officeDocument/2006/relationships/font" Target="fonts/IBMPlexSans-bold.fntdata"/><Relationship Id="rId18" Type="http://schemas.openxmlformats.org/officeDocument/2006/relationships/font" Target="fonts/IBMPlexSans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h5c3ea6e50c47510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h5c3ea6e50c47510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h5c3ea6e50c47510b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1" name="Google Shape;431;h5c3ea6e50c47510b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h5c3ea6e50c47510b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7" name="Google Shape;457;h5c3ea6e50c47510b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h35578b5ac829c6d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2" name="Google Shape;512;h35578b5ac829c6d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h5c3ea6e50c47510b_0_1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h5c3ea6e50c47510b_0_1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h5c3ea6e50c47510b_0_1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7" name="Google Shape;547;h5c3ea6e50c47510b_0_1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h35578b5ac829c6d1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2" name="Google Shape;562;h35578b5ac829c6d1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h35578b5ac829c6d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h35578b5ac829c6d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h35578b5ac829c6d1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8" name="Google Shape;598;h35578b5ac829c6d1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h35578b5ac829c6d1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1" name="Google Shape;611;h35578b5ac829c6d1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 with footer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6" name="Google Shape;56;p14"/>
          <p:cNvSpPr txBox="1"/>
          <p:nvPr>
            <p:ph type="title"/>
          </p:nvPr>
        </p:nvSpPr>
        <p:spPr>
          <a:xfrm>
            <a:off x="342900" y="452925"/>
            <a:ext cx="3544800" cy="411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57" name="Google Shape;57;p14"/>
          <p:cNvSpPr txBox="1"/>
          <p:nvPr>
            <p:ph idx="1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9pPr>
          </a:lstStyle>
          <a:p/>
        </p:txBody>
      </p:sp>
      <p:sp>
        <p:nvSpPr>
          <p:cNvPr id="58" name="Google Shape;58;p14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80">
          <p15:clr>
            <a:srgbClr val="E46962"/>
          </p15:clr>
        </p15:guide>
        <p15:guide id="2" orient="horz" pos="432">
          <p15:clr>
            <a:srgbClr val="E46962"/>
          </p15:clr>
        </p15:guide>
        <p15:guide id="3" orient="horz" pos="2736">
          <p15:clr>
            <a:srgbClr val="E46962"/>
          </p15:clr>
        </p15:guide>
        <p15:guide id="4" pos="5184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_1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1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_1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16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66" name="Google Shape;66;p16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7" name="Google Shape;67;p16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●"/>
              <a:defRPr>
                <a:solidFill>
                  <a:schemeClr val="accent1"/>
                </a:solidFill>
              </a:defRPr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○"/>
              <a:defRPr>
                <a:solidFill>
                  <a:schemeClr val="accent1"/>
                </a:solidFill>
              </a:defRPr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■"/>
              <a:defRPr>
                <a:solidFill>
                  <a:schemeClr val="accent1"/>
                </a:solidFill>
              </a:defRPr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●"/>
              <a:defRPr>
                <a:solidFill>
                  <a:schemeClr val="accent1"/>
                </a:solidFill>
              </a:defRPr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○"/>
              <a:defRPr>
                <a:solidFill>
                  <a:schemeClr val="accent1"/>
                </a:solidFill>
              </a:defRPr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■"/>
              <a:defRPr>
                <a:solidFill>
                  <a:schemeClr val="accent1"/>
                </a:solidFill>
              </a:defRPr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●"/>
              <a:defRPr>
                <a:solidFill>
                  <a:schemeClr val="accent1"/>
                </a:solidFill>
              </a:defRPr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○"/>
              <a:defRPr>
                <a:solidFill>
                  <a:schemeClr val="accent1"/>
                </a:solidFill>
              </a:defRPr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buSzPts val="12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68" name="Google Shape;68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/>
          <p:nvPr>
            <p:ph type="title"/>
          </p:nvPr>
        </p:nvSpPr>
        <p:spPr>
          <a:xfrm>
            <a:off x="342900" y="452925"/>
            <a:ext cx="3544800" cy="411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71" name="Google Shape;71;p17"/>
          <p:cNvSpPr/>
          <p:nvPr/>
        </p:nvSpPr>
        <p:spPr>
          <a:xfrm>
            <a:off x="4797600" y="685800"/>
            <a:ext cx="3432000" cy="3432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72" name="Google Shape;72;p17"/>
          <p:cNvSpPr/>
          <p:nvPr>
            <p:ph idx="2" type="pic"/>
          </p:nvPr>
        </p:nvSpPr>
        <p:spPr>
          <a:xfrm>
            <a:off x="4582800" y="1099500"/>
            <a:ext cx="3233100" cy="3233100"/>
          </a:xfrm>
          <a:prstGeom prst="rect">
            <a:avLst/>
          </a:prstGeom>
          <a:noFill/>
          <a:ln>
            <a:noFill/>
          </a:ln>
        </p:spPr>
      </p:sp>
      <p:sp>
        <p:nvSpPr>
          <p:cNvPr id="73" name="Google Shape;73;p17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4" name="Google Shape;74;p17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80">
          <p15:clr>
            <a:srgbClr val="E46962"/>
          </p15:clr>
        </p15:guide>
        <p15:guide id="2" orient="horz" pos="432">
          <p15:clr>
            <a:srgbClr val="E46962"/>
          </p15:clr>
        </p15:guide>
        <p15:guide id="3" orient="horz" pos="2736">
          <p15:clr>
            <a:srgbClr val="E46962"/>
          </p15:clr>
        </p15:guide>
        <p15:guide id="4" pos="5184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_1_1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8"/>
          <p:cNvSpPr/>
          <p:nvPr/>
        </p:nvSpPr>
        <p:spPr>
          <a:xfrm>
            <a:off x="4797600" y="685800"/>
            <a:ext cx="3432000" cy="3432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77" name="Google Shape;77;p18"/>
          <p:cNvSpPr/>
          <p:nvPr>
            <p:ph idx="2" type="pic"/>
          </p:nvPr>
        </p:nvSpPr>
        <p:spPr>
          <a:xfrm>
            <a:off x="4582800" y="1099500"/>
            <a:ext cx="3233100" cy="3233100"/>
          </a:xfrm>
          <a:prstGeom prst="rect">
            <a:avLst/>
          </a:prstGeom>
          <a:noFill/>
          <a:ln>
            <a:noFill/>
          </a:ln>
        </p:spPr>
      </p:sp>
      <p:sp>
        <p:nvSpPr>
          <p:cNvPr id="78" name="Google Shape;78;p18"/>
          <p:cNvSpPr txBox="1"/>
          <p:nvPr>
            <p:ph idx="1" type="body"/>
          </p:nvPr>
        </p:nvSpPr>
        <p:spPr>
          <a:xfrm>
            <a:off x="342975" y="2630575"/>
            <a:ext cx="3752700" cy="19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79" name="Google Shape;79;p18"/>
          <p:cNvSpPr txBox="1"/>
          <p:nvPr>
            <p:ph type="title"/>
          </p:nvPr>
        </p:nvSpPr>
        <p:spPr>
          <a:xfrm>
            <a:off x="342900" y="452925"/>
            <a:ext cx="3752700" cy="20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1" name="Google Shape;81;p18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80">
          <p15:clr>
            <a:srgbClr val="E46962"/>
          </p15:clr>
        </p15:guide>
        <p15:guide id="2" orient="horz" pos="432">
          <p15:clr>
            <a:srgbClr val="E46962"/>
          </p15:clr>
        </p15:guide>
        <p15:guide id="3" orient="horz" pos="2736">
          <p15:clr>
            <a:srgbClr val="E46962"/>
          </p15:clr>
        </p15:guide>
        <p15:guide id="4" pos="5184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 type="secHead">
  <p:cSld name="SECTION_HEADER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9"/>
          <p:cNvSpPr txBox="1"/>
          <p:nvPr>
            <p:ph idx="1" type="subTitle"/>
          </p:nvPr>
        </p:nvSpPr>
        <p:spPr>
          <a:xfrm>
            <a:off x="4582900" y="1058100"/>
            <a:ext cx="1047600" cy="302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1pPr>
            <a:lvl2pPr lvl="1" algn="r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2pPr>
            <a:lvl3pPr lvl="2" algn="r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3pPr>
            <a:lvl4pPr lvl="3" algn="r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4pPr>
            <a:lvl5pPr lvl="4" algn="r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5pPr>
            <a:lvl6pPr lvl="5" algn="r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6pPr>
            <a:lvl7pPr lvl="6" algn="r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7pPr>
            <a:lvl8pPr lvl="7" algn="r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8pPr>
            <a:lvl9pPr lvl="8" algn="r">
              <a:spcBef>
                <a:spcPts val="400"/>
              </a:spcBef>
              <a:spcAft>
                <a:spcPts val="40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9pPr>
          </a:lstStyle>
          <a:p/>
        </p:txBody>
      </p:sp>
      <p:sp>
        <p:nvSpPr>
          <p:cNvPr id="84" name="Google Shape;84;p19"/>
          <p:cNvSpPr txBox="1"/>
          <p:nvPr>
            <p:ph idx="2" type="subTitle"/>
          </p:nvPr>
        </p:nvSpPr>
        <p:spPr>
          <a:xfrm>
            <a:off x="6284500" y="1058100"/>
            <a:ext cx="2402400" cy="302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1pPr>
            <a:lvl2pPr lvl="1" algn="r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2pPr>
            <a:lvl3pPr lvl="2" algn="r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3pPr>
            <a:lvl4pPr lvl="3" algn="r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4pPr>
            <a:lvl5pPr lvl="4" algn="r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5pPr>
            <a:lvl6pPr lvl="5" algn="r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6pPr>
            <a:lvl7pPr lvl="6" algn="r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7pPr>
            <a:lvl8pPr lvl="7" algn="r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8pPr>
            <a:lvl9pPr lvl="8" algn="r">
              <a:spcBef>
                <a:spcPts val="400"/>
              </a:spcBef>
              <a:spcAft>
                <a:spcPts val="40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9pPr>
          </a:lstStyle>
          <a:p/>
        </p:txBody>
      </p:sp>
      <p:sp>
        <p:nvSpPr>
          <p:cNvPr id="85" name="Google Shape;85;p19"/>
          <p:cNvSpPr txBox="1"/>
          <p:nvPr>
            <p:ph idx="3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9pPr>
          </a:lstStyle>
          <a:p/>
        </p:txBody>
      </p:sp>
      <p:sp>
        <p:nvSpPr>
          <p:cNvPr id="86" name="Google Shape;86;p19"/>
          <p:cNvSpPr txBox="1"/>
          <p:nvPr>
            <p:ph type="title"/>
          </p:nvPr>
        </p:nvSpPr>
        <p:spPr>
          <a:xfrm>
            <a:off x="342900" y="1817100"/>
            <a:ext cx="3650700" cy="150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8" name="Google Shape;88;p19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section title and description">
  <p:cSld name="SECTION_HEADER_1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/>
          <p:nvPr>
            <p:ph type="title"/>
          </p:nvPr>
        </p:nvSpPr>
        <p:spPr>
          <a:xfrm>
            <a:off x="342900" y="1817100"/>
            <a:ext cx="3650700" cy="150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91" name="Google Shape;91;p20"/>
          <p:cNvSpPr txBox="1"/>
          <p:nvPr>
            <p:ph idx="1" type="subTitle"/>
          </p:nvPr>
        </p:nvSpPr>
        <p:spPr>
          <a:xfrm>
            <a:off x="4582900" y="1058100"/>
            <a:ext cx="4104000" cy="302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1pPr>
            <a:lvl2pPr lvl="1" algn="r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2pPr>
            <a:lvl3pPr lvl="2" algn="r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3pPr>
            <a:lvl4pPr lvl="3" algn="r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4pPr>
            <a:lvl5pPr lvl="4" algn="r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5pPr>
            <a:lvl6pPr lvl="5" algn="r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6pPr>
            <a:lvl7pPr lvl="6" algn="r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7pPr>
            <a:lvl8pPr lvl="7" algn="r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8pPr>
            <a:lvl9pPr lvl="8" algn="r">
              <a:spcBef>
                <a:spcPts val="400"/>
              </a:spcBef>
              <a:spcAft>
                <a:spcPts val="40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9pPr>
          </a:lstStyle>
          <a:p/>
        </p:txBody>
      </p:sp>
      <p:sp>
        <p:nvSpPr>
          <p:cNvPr id="92" name="Google Shape;92;p20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3" name="Google Shape;93;p20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one column text">
  <p:cSld name="CUSTOM_8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1"/>
          <p:cNvSpPr txBox="1"/>
          <p:nvPr>
            <p:ph type="title"/>
          </p:nvPr>
        </p:nvSpPr>
        <p:spPr>
          <a:xfrm>
            <a:off x="342900" y="452925"/>
            <a:ext cx="5394600" cy="9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96" name="Google Shape;96;p21"/>
          <p:cNvSpPr/>
          <p:nvPr/>
        </p:nvSpPr>
        <p:spPr>
          <a:xfrm>
            <a:off x="453727" y="1590913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97" name="Google Shape;97;p21"/>
          <p:cNvSpPr txBox="1"/>
          <p:nvPr>
            <p:ph idx="1" type="subTitle"/>
          </p:nvPr>
        </p:nvSpPr>
        <p:spPr>
          <a:xfrm>
            <a:off x="645275" y="1495225"/>
            <a:ext cx="53946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98" name="Google Shape;98;p21"/>
          <p:cNvSpPr txBox="1"/>
          <p:nvPr>
            <p:ph idx="2" type="body"/>
          </p:nvPr>
        </p:nvSpPr>
        <p:spPr>
          <a:xfrm>
            <a:off x="342975" y="1913700"/>
            <a:ext cx="5697000" cy="265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99" name="Google Shape;99;p21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0" name="Google Shape;100;p21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big idea with image" type="tx">
  <p:cSld name="TITLE_AND_BODY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2"/>
          <p:cNvSpPr txBox="1"/>
          <p:nvPr>
            <p:ph type="title"/>
          </p:nvPr>
        </p:nvSpPr>
        <p:spPr>
          <a:xfrm>
            <a:off x="1223925" y="457200"/>
            <a:ext cx="3435000" cy="185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3" name="Google Shape;103;p22"/>
          <p:cNvSpPr txBox="1"/>
          <p:nvPr>
            <p:ph idx="1" type="subTitle"/>
          </p:nvPr>
        </p:nvSpPr>
        <p:spPr>
          <a:xfrm>
            <a:off x="5239600" y="871784"/>
            <a:ext cx="34473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104" name="Google Shape;104;p22"/>
          <p:cNvSpPr txBox="1"/>
          <p:nvPr>
            <p:ph idx="2" type="body"/>
          </p:nvPr>
        </p:nvSpPr>
        <p:spPr>
          <a:xfrm>
            <a:off x="4937300" y="1290250"/>
            <a:ext cx="2875500" cy="282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05" name="Google Shape;105;p22"/>
          <p:cNvSpPr txBox="1"/>
          <p:nvPr>
            <p:ph idx="3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9pPr>
          </a:lstStyle>
          <a:p/>
        </p:txBody>
      </p:sp>
      <p:sp>
        <p:nvSpPr>
          <p:cNvPr id="106" name="Google Shape;106;p22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7" name="Google Shape;107;p22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952">
          <p15:clr>
            <a:srgbClr val="E46962"/>
          </p15:clr>
        </p15:guide>
        <p15:guide id="2" orient="horz" pos="2594">
          <p15:clr>
            <a:srgbClr val="E46962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with image">
  <p:cSld name="TITLE_AND_BODY_1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3"/>
          <p:cNvSpPr txBox="1"/>
          <p:nvPr>
            <p:ph idx="1" type="subTitle"/>
          </p:nvPr>
        </p:nvSpPr>
        <p:spPr>
          <a:xfrm>
            <a:off x="5239600" y="871784"/>
            <a:ext cx="34611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110" name="Google Shape;110;p23"/>
          <p:cNvSpPr txBox="1"/>
          <p:nvPr>
            <p:ph idx="2" type="body"/>
          </p:nvPr>
        </p:nvSpPr>
        <p:spPr>
          <a:xfrm>
            <a:off x="4937300" y="1290250"/>
            <a:ext cx="37482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11" name="Google Shape;111;p23"/>
          <p:cNvSpPr txBox="1"/>
          <p:nvPr>
            <p:ph idx="3" type="subTitle"/>
          </p:nvPr>
        </p:nvSpPr>
        <p:spPr>
          <a:xfrm>
            <a:off x="5239600" y="1997709"/>
            <a:ext cx="34611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112" name="Google Shape;112;p23"/>
          <p:cNvSpPr txBox="1"/>
          <p:nvPr>
            <p:ph idx="4" type="body"/>
          </p:nvPr>
        </p:nvSpPr>
        <p:spPr>
          <a:xfrm>
            <a:off x="4937300" y="2416175"/>
            <a:ext cx="37482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13" name="Google Shape;113;p23"/>
          <p:cNvSpPr txBox="1"/>
          <p:nvPr>
            <p:ph idx="5" type="subTitle"/>
          </p:nvPr>
        </p:nvSpPr>
        <p:spPr>
          <a:xfrm>
            <a:off x="5239600" y="3123634"/>
            <a:ext cx="34611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114" name="Google Shape;114;p23"/>
          <p:cNvSpPr txBox="1"/>
          <p:nvPr>
            <p:ph idx="6" type="body"/>
          </p:nvPr>
        </p:nvSpPr>
        <p:spPr>
          <a:xfrm>
            <a:off x="4937300" y="3542100"/>
            <a:ext cx="3748200" cy="5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type="title"/>
          </p:nvPr>
        </p:nvSpPr>
        <p:spPr>
          <a:xfrm>
            <a:off x="1223925" y="457200"/>
            <a:ext cx="3435000" cy="185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6" name="Google Shape;116;p23"/>
          <p:cNvSpPr txBox="1"/>
          <p:nvPr>
            <p:ph idx="7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9pPr>
          </a:lstStyle>
          <a:p/>
        </p:txBody>
      </p:sp>
      <p:sp>
        <p:nvSpPr>
          <p:cNvPr id="117" name="Google Shape;117;p23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8" name="Google Shape;118;p23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 type="twoColTx">
  <p:cSld name="TITLE_AND_TWO_COLUMNS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>
            <a:off x="342900" y="2506825"/>
            <a:ext cx="8343900" cy="134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9pPr>
          </a:lstStyle>
          <a:p/>
        </p:txBody>
      </p:sp>
      <p:sp>
        <p:nvSpPr>
          <p:cNvPr id="122" name="Google Shape;122;p24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3" name="Google Shape;123;p24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mall image with footer" type="titleOnly">
  <p:cSld name="TITLE_ONLY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5"/>
          <p:cNvSpPr txBox="1"/>
          <p:nvPr>
            <p:ph type="title"/>
          </p:nvPr>
        </p:nvSpPr>
        <p:spPr>
          <a:xfrm>
            <a:off x="342900" y="457200"/>
            <a:ext cx="5343600" cy="411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26" name="Google Shape;126;p25"/>
          <p:cNvSpPr txBox="1"/>
          <p:nvPr>
            <p:ph idx="1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9pPr>
          </a:lstStyle>
          <a:p/>
        </p:txBody>
      </p:sp>
      <p:sp>
        <p:nvSpPr>
          <p:cNvPr id="127" name="Google Shape;127;p25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8" name="Google Shape;128;p25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736">
          <p15:clr>
            <a:srgbClr val="E46962"/>
          </p15:clr>
        </p15:guide>
        <p15:guide id="2" pos="5184">
          <p15:clr>
            <a:srgbClr val="E46962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ONE_COLUMN_TEXT">
    <p:bg>
      <p:bgPr>
        <a:solidFill>
          <a:schemeClr val="dk1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6"/>
          <p:cNvSpPr txBox="1"/>
          <p:nvPr>
            <p:ph hasCustomPrompt="1" type="title"/>
          </p:nvPr>
        </p:nvSpPr>
        <p:spPr>
          <a:xfrm>
            <a:off x="-2143950" y="25"/>
            <a:ext cx="11207700" cy="514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0"/>
              <a:buNone/>
              <a:defRPr sz="35000">
                <a:solidFill>
                  <a:schemeClr val="lt1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0"/>
              <a:buNone/>
              <a:defRPr sz="20000">
                <a:solidFill>
                  <a:schemeClr val="lt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0"/>
              <a:buNone/>
              <a:defRPr sz="20000">
                <a:solidFill>
                  <a:schemeClr val="lt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0"/>
              <a:buNone/>
              <a:defRPr sz="20000">
                <a:solidFill>
                  <a:schemeClr val="lt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0"/>
              <a:buNone/>
              <a:defRPr sz="20000">
                <a:solidFill>
                  <a:schemeClr val="lt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0"/>
              <a:buNone/>
              <a:defRPr sz="20000">
                <a:solidFill>
                  <a:schemeClr val="lt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0"/>
              <a:buNone/>
              <a:defRPr sz="20000">
                <a:solidFill>
                  <a:schemeClr val="lt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0"/>
              <a:buNone/>
              <a:defRPr sz="20000">
                <a:solidFill>
                  <a:schemeClr val="lt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0"/>
              <a:buNone/>
              <a:defRPr sz="2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1" name="Google Shape;131;p26"/>
          <p:cNvSpPr txBox="1"/>
          <p:nvPr>
            <p:ph idx="1" type="body"/>
          </p:nvPr>
        </p:nvSpPr>
        <p:spPr>
          <a:xfrm>
            <a:off x="342900" y="452925"/>
            <a:ext cx="2859300" cy="60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BM Plex Sans Light"/>
              <a:buChar char="●"/>
              <a:defRPr>
                <a:solidFill>
                  <a:schemeClr val="accent6"/>
                </a:solidFill>
              </a:defRPr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BM Plex Sans Light"/>
              <a:buChar char="○"/>
              <a:defRPr>
                <a:solidFill>
                  <a:schemeClr val="accent6"/>
                </a:solidFill>
              </a:defRPr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BM Plex Sans Light"/>
              <a:buChar char="■"/>
              <a:defRPr>
                <a:solidFill>
                  <a:schemeClr val="accent6"/>
                </a:solidFill>
              </a:defRPr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BM Plex Sans Light"/>
              <a:buChar char="●"/>
              <a:defRPr>
                <a:solidFill>
                  <a:schemeClr val="accent6"/>
                </a:solidFill>
              </a:defRPr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BM Plex Sans Light"/>
              <a:buChar char="○"/>
              <a:defRPr>
                <a:solidFill>
                  <a:schemeClr val="accent6"/>
                </a:solidFill>
              </a:defRPr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BM Plex Sans Light"/>
              <a:buChar char="■"/>
              <a:defRPr>
                <a:solidFill>
                  <a:schemeClr val="accent6"/>
                </a:solidFill>
              </a:defRPr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BM Plex Sans Light"/>
              <a:buChar char="●"/>
              <a:defRPr>
                <a:solidFill>
                  <a:schemeClr val="accent6"/>
                </a:solidFill>
              </a:defRPr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BM Plex Sans Light"/>
              <a:buChar char="○"/>
              <a:defRPr>
                <a:solidFill>
                  <a:schemeClr val="accent6"/>
                </a:solidFill>
              </a:defRPr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Clr>
                <a:schemeClr val="accent6"/>
              </a:buClr>
              <a:buSzPts val="1200"/>
              <a:buFont typeface="IBM Plex Sans Light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ubtitle, body and images">
  <p:cSld name="MAIN_POINT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7"/>
          <p:cNvSpPr/>
          <p:nvPr>
            <p:ph idx="2" type="pic"/>
          </p:nvPr>
        </p:nvSpPr>
        <p:spPr>
          <a:xfrm>
            <a:off x="6708900" y="457200"/>
            <a:ext cx="1977900" cy="1977900"/>
          </a:xfrm>
          <a:prstGeom prst="rect">
            <a:avLst/>
          </a:prstGeom>
          <a:noFill/>
          <a:ln>
            <a:noFill/>
          </a:ln>
        </p:spPr>
      </p:sp>
      <p:sp>
        <p:nvSpPr>
          <p:cNvPr id="134" name="Google Shape;134;p27"/>
          <p:cNvSpPr/>
          <p:nvPr>
            <p:ph idx="3" type="pic"/>
          </p:nvPr>
        </p:nvSpPr>
        <p:spPr>
          <a:xfrm>
            <a:off x="6708900" y="2591100"/>
            <a:ext cx="1977900" cy="19779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7"/>
          <p:cNvSpPr txBox="1"/>
          <p:nvPr>
            <p:ph idx="1" type="subTitle"/>
          </p:nvPr>
        </p:nvSpPr>
        <p:spPr>
          <a:xfrm>
            <a:off x="645275" y="551372"/>
            <a:ext cx="17721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136" name="Google Shape;136;p27"/>
          <p:cNvSpPr txBox="1"/>
          <p:nvPr>
            <p:ph idx="4" type="subTitle"/>
          </p:nvPr>
        </p:nvSpPr>
        <p:spPr>
          <a:xfrm>
            <a:off x="2417375" y="551375"/>
            <a:ext cx="37512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137" name="Google Shape;137;p27"/>
          <p:cNvSpPr txBox="1"/>
          <p:nvPr>
            <p:ph idx="5" type="body"/>
          </p:nvPr>
        </p:nvSpPr>
        <p:spPr>
          <a:xfrm>
            <a:off x="342975" y="969850"/>
            <a:ext cx="4876200" cy="146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38" name="Google Shape;138;p27"/>
          <p:cNvSpPr txBox="1"/>
          <p:nvPr>
            <p:ph idx="6" type="subTitle"/>
          </p:nvPr>
        </p:nvSpPr>
        <p:spPr>
          <a:xfrm>
            <a:off x="645275" y="2605522"/>
            <a:ext cx="17721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139" name="Google Shape;139;p27"/>
          <p:cNvSpPr txBox="1"/>
          <p:nvPr>
            <p:ph idx="7" type="subTitle"/>
          </p:nvPr>
        </p:nvSpPr>
        <p:spPr>
          <a:xfrm>
            <a:off x="2417375" y="2605525"/>
            <a:ext cx="37512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140" name="Google Shape;140;p27"/>
          <p:cNvSpPr txBox="1"/>
          <p:nvPr>
            <p:ph idx="8" type="body"/>
          </p:nvPr>
        </p:nvSpPr>
        <p:spPr>
          <a:xfrm>
            <a:off x="342975" y="3024000"/>
            <a:ext cx="4876200" cy="146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41" name="Google Shape;141;p27"/>
          <p:cNvSpPr txBox="1"/>
          <p:nvPr>
            <p:ph idx="9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9pPr>
          </a:lstStyle>
          <a:p/>
        </p:txBody>
      </p:sp>
      <p:sp>
        <p:nvSpPr>
          <p:cNvPr id="142" name="Google Shape;142;p27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3" name="Google Shape;143;p27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5544">
          <p15:clr>
            <a:srgbClr val="E46962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with footer">
  <p:cSld name="CUSTOM"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8"/>
          <p:cNvSpPr txBox="1"/>
          <p:nvPr>
            <p:ph type="title"/>
          </p:nvPr>
        </p:nvSpPr>
        <p:spPr>
          <a:xfrm>
            <a:off x="342900" y="457200"/>
            <a:ext cx="8458200" cy="1581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46" name="Google Shape;146;p28"/>
          <p:cNvSpPr txBox="1"/>
          <p:nvPr>
            <p:ph idx="1" type="subTitle"/>
          </p:nvPr>
        </p:nvSpPr>
        <p:spPr>
          <a:xfrm>
            <a:off x="645275" y="2291984"/>
            <a:ext cx="24150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147" name="Google Shape;147;p28"/>
          <p:cNvSpPr txBox="1"/>
          <p:nvPr>
            <p:ph idx="2" type="body"/>
          </p:nvPr>
        </p:nvSpPr>
        <p:spPr>
          <a:xfrm>
            <a:off x="342975" y="2710450"/>
            <a:ext cx="2717400" cy="173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48" name="Google Shape;148;p28"/>
          <p:cNvSpPr txBox="1"/>
          <p:nvPr>
            <p:ph idx="3" type="subTitle"/>
          </p:nvPr>
        </p:nvSpPr>
        <p:spPr>
          <a:xfrm>
            <a:off x="3515600" y="2291984"/>
            <a:ext cx="24150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149" name="Google Shape;149;p28"/>
          <p:cNvSpPr txBox="1"/>
          <p:nvPr>
            <p:ph idx="4" type="body"/>
          </p:nvPr>
        </p:nvSpPr>
        <p:spPr>
          <a:xfrm>
            <a:off x="3213300" y="2710450"/>
            <a:ext cx="2717400" cy="173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50" name="Google Shape;150;p28"/>
          <p:cNvSpPr txBox="1"/>
          <p:nvPr>
            <p:ph idx="5" type="subTitle"/>
          </p:nvPr>
        </p:nvSpPr>
        <p:spPr>
          <a:xfrm>
            <a:off x="6385925" y="2291984"/>
            <a:ext cx="24150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151" name="Google Shape;151;p28"/>
          <p:cNvSpPr txBox="1"/>
          <p:nvPr>
            <p:ph idx="6" type="body"/>
          </p:nvPr>
        </p:nvSpPr>
        <p:spPr>
          <a:xfrm>
            <a:off x="6083625" y="2710450"/>
            <a:ext cx="2717400" cy="173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52" name="Google Shape;152;p28"/>
          <p:cNvSpPr txBox="1"/>
          <p:nvPr>
            <p:ph idx="7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9pPr>
          </a:lstStyle>
          <a:p/>
        </p:txBody>
      </p:sp>
      <p:sp>
        <p:nvSpPr>
          <p:cNvPr id="153" name="Google Shape;153;p28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4" name="Google Shape;154;p28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5544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CUSTOM_10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9"/>
          <p:cNvSpPr txBox="1"/>
          <p:nvPr>
            <p:ph type="title"/>
          </p:nvPr>
        </p:nvSpPr>
        <p:spPr>
          <a:xfrm>
            <a:off x="342900" y="457200"/>
            <a:ext cx="8458200" cy="1581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cxnSp>
        <p:nvCxnSpPr>
          <p:cNvPr id="157" name="Google Shape;157;p29"/>
          <p:cNvCxnSpPr/>
          <p:nvPr/>
        </p:nvCxnSpPr>
        <p:spPr>
          <a:xfrm>
            <a:off x="342977" y="4606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8" name="Google Shape;158;p29"/>
          <p:cNvCxnSpPr/>
          <p:nvPr/>
        </p:nvCxnSpPr>
        <p:spPr>
          <a:xfrm>
            <a:off x="342977" y="2038918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9" name="Google Shape;159;p29"/>
          <p:cNvSpPr/>
          <p:nvPr/>
        </p:nvSpPr>
        <p:spPr>
          <a:xfrm>
            <a:off x="453727" y="2387675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29"/>
          <p:cNvSpPr txBox="1"/>
          <p:nvPr>
            <p:ph idx="1" type="subTitle"/>
          </p:nvPr>
        </p:nvSpPr>
        <p:spPr>
          <a:xfrm>
            <a:off x="645275" y="2291984"/>
            <a:ext cx="24150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161" name="Google Shape;161;p29"/>
          <p:cNvSpPr txBox="1"/>
          <p:nvPr>
            <p:ph idx="2" type="body"/>
          </p:nvPr>
        </p:nvSpPr>
        <p:spPr>
          <a:xfrm>
            <a:off x="342975" y="2710450"/>
            <a:ext cx="2717400" cy="173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cxnSp>
        <p:nvCxnSpPr>
          <p:cNvPr id="162" name="Google Shape;162;p29"/>
          <p:cNvCxnSpPr/>
          <p:nvPr/>
        </p:nvCxnSpPr>
        <p:spPr>
          <a:xfrm>
            <a:off x="342977" y="45689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3" name="Google Shape;163;p29"/>
          <p:cNvSpPr/>
          <p:nvPr/>
        </p:nvSpPr>
        <p:spPr>
          <a:xfrm>
            <a:off x="3324052" y="2387675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9"/>
          <p:cNvSpPr txBox="1"/>
          <p:nvPr>
            <p:ph idx="3" type="subTitle"/>
          </p:nvPr>
        </p:nvSpPr>
        <p:spPr>
          <a:xfrm>
            <a:off x="3515600" y="2291984"/>
            <a:ext cx="24150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165" name="Google Shape;165;p29"/>
          <p:cNvSpPr txBox="1"/>
          <p:nvPr>
            <p:ph idx="4" type="body"/>
          </p:nvPr>
        </p:nvSpPr>
        <p:spPr>
          <a:xfrm>
            <a:off x="3213300" y="2710450"/>
            <a:ext cx="2717400" cy="173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66" name="Google Shape;166;p29"/>
          <p:cNvSpPr/>
          <p:nvPr/>
        </p:nvSpPr>
        <p:spPr>
          <a:xfrm>
            <a:off x="6194377" y="2387675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29"/>
          <p:cNvSpPr txBox="1"/>
          <p:nvPr>
            <p:ph idx="5" type="subTitle"/>
          </p:nvPr>
        </p:nvSpPr>
        <p:spPr>
          <a:xfrm>
            <a:off x="6385925" y="2291984"/>
            <a:ext cx="24150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168" name="Google Shape;168;p29"/>
          <p:cNvSpPr txBox="1"/>
          <p:nvPr>
            <p:ph idx="6" type="body"/>
          </p:nvPr>
        </p:nvSpPr>
        <p:spPr>
          <a:xfrm>
            <a:off x="6083625" y="2710450"/>
            <a:ext cx="2717400" cy="173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69" name="Google Shape;169;p29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0" name="Google Shape;170;p29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5544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CUSTOM_6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0"/>
          <p:cNvSpPr txBox="1"/>
          <p:nvPr>
            <p:ph type="title"/>
          </p:nvPr>
        </p:nvSpPr>
        <p:spPr>
          <a:xfrm>
            <a:off x="342900" y="457200"/>
            <a:ext cx="8458200" cy="1581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cxnSp>
        <p:nvCxnSpPr>
          <p:cNvPr id="173" name="Google Shape;173;p30"/>
          <p:cNvCxnSpPr/>
          <p:nvPr/>
        </p:nvCxnSpPr>
        <p:spPr>
          <a:xfrm>
            <a:off x="342977" y="4606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4" name="Google Shape;174;p30"/>
          <p:cNvCxnSpPr/>
          <p:nvPr/>
        </p:nvCxnSpPr>
        <p:spPr>
          <a:xfrm>
            <a:off x="342977" y="2038918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5" name="Google Shape;175;p30"/>
          <p:cNvSpPr/>
          <p:nvPr/>
        </p:nvSpPr>
        <p:spPr>
          <a:xfrm>
            <a:off x="453727" y="2387675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30"/>
          <p:cNvSpPr txBox="1"/>
          <p:nvPr>
            <p:ph idx="1" type="subTitle"/>
          </p:nvPr>
        </p:nvSpPr>
        <p:spPr>
          <a:xfrm>
            <a:off x="645275" y="2291984"/>
            <a:ext cx="36213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177" name="Google Shape;177;p30"/>
          <p:cNvSpPr txBox="1"/>
          <p:nvPr>
            <p:ph idx="2" type="body"/>
          </p:nvPr>
        </p:nvSpPr>
        <p:spPr>
          <a:xfrm>
            <a:off x="342975" y="2710450"/>
            <a:ext cx="3923700" cy="173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cxnSp>
        <p:nvCxnSpPr>
          <p:cNvPr id="178" name="Google Shape;178;p30"/>
          <p:cNvCxnSpPr/>
          <p:nvPr/>
        </p:nvCxnSpPr>
        <p:spPr>
          <a:xfrm>
            <a:off x="342977" y="45689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9" name="Google Shape;179;p30"/>
          <p:cNvSpPr/>
          <p:nvPr/>
        </p:nvSpPr>
        <p:spPr>
          <a:xfrm>
            <a:off x="4689277" y="2387675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30"/>
          <p:cNvSpPr txBox="1"/>
          <p:nvPr>
            <p:ph idx="3" type="subTitle"/>
          </p:nvPr>
        </p:nvSpPr>
        <p:spPr>
          <a:xfrm>
            <a:off x="4880825" y="2291984"/>
            <a:ext cx="36213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181" name="Google Shape;181;p30"/>
          <p:cNvSpPr txBox="1"/>
          <p:nvPr>
            <p:ph idx="4" type="body"/>
          </p:nvPr>
        </p:nvSpPr>
        <p:spPr>
          <a:xfrm>
            <a:off x="4578525" y="2710450"/>
            <a:ext cx="3923700" cy="173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82" name="Google Shape;182;p30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3" name="Google Shape;183;p30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5544">
          <p15:clr>
            <a:srgbClr val="E46962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CUSTOM_6_1_1"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1"/>
          <p:cNvSpPr txBox="1"/>
          <p:nvPr>
            <p:ph idx="1" type="body"/>
          </p:nvPr>
        </p:nvSpPr>
        <p:spPr>
          <a:xfrm>
            <a:off x="6696350" y="2710450"/>
            <a:ext cx="1889700" cy="173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86" name="Google Shape;186;p31"/>
          <p:cNvSpPr txBox="1"/>
          <p:nvPr>
            <p:ph type="title"/>
          </p:nvPr>
        </p:nvSpPr>
        <p:spPr>
          <a:xfrm>
            <a:off x="342900" y="457200"/>
            <a:ext cx="8458200" cy="1581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cxnSp>
        <p:nvCxnSpPr>
          <p:cNvPr id="187" name="Google Shape;187;p31"/>
          <p:cNvCxnSpPr/>
          <p:nvPr/>
        </p:nvCxnSpPr>
        <p:spPr>
          <a:xfrm>
            <a:off x="342977" y="4606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8" name="Google Shape;188;p31"/>
          <p:cNvCxnSpPr/>
          <p:nvPr/>
        </p:nvCxnSpPr>
        <p:spPr>
          <a:xfrm>
            <a:off x="342977" y="2038918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9" name="Google Shape;189;p31"/>
          <p:cNvCxnSpPr/>
          <p:nvPr/>
        </p:nvCxnSpPr>
        <p:spPr>
          <a:xfrm>
            <a:off x="342977" y="45689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0" name="Google Shape;190;p31"/>
          <p:cNvSpPr/>
          <p:nvPr/>
        </p:nvSpPr>
        <p:spPr>
          <a:xfrm>
            <a:off x="453727" y="2387675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31"/>
          <p:cNvSpPr txBox="1"/>
          <p:nvPr>
            <p:ph idx="2" type="subTitle"/>
          </p:nvPr>
        </p:nvSpPr>
        <p:spPr>
          <a:xfrm>
            <a:off x="645275" y="2291984"/>
            <a:ext cx="15873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192" name="Google Shape;192;p31"/>
          <p:cNvSpPr txBox="1"/>
          <p:nvPr>
            <p:ph idx="3" type="body"/>
          </p:nvPr>
        </p:nvSpPr>
        <p:spPr>
          <a:xfrm>
            <a:off x="342975" y="2710450"/>
            <a:ext cx="1889700" cy="173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3" name="Google Shape;193;p31"/>
          <p:cNvSpPr/>
          <p:nvPr/>
        </p:nvSpPr>
        <p:spPr>
          <a:xfrm>
            <a:off x="4689277" y="2387675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31"/>
          <p:cNvSpPr txBox="1"/>
          <p:nvPr>
            <p:ph idx="4" type="subTitle"/>
          </p:nvPr>
        </p:nvSpPr>
        <p:spPr>
          <a:xfrm>
            <a:off x="4880825" y="2291984"/>
            <a:ext cx="15873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195" name="Google Shape;195;p31"/>
          <p:cNvSpPr txBox="1"/>
          <p:nvPr>
            <p:ph idx="5" type="body"/>
          </p:nvPr>
        </p:nvSpPr>
        <p:spPr>
          <a:xfrm>
            <a:off x="4578525" y="2710450"/>
            <a:ext cx="1889700" cy="173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6" name="Google Shape;196;p31"/>
          <p:cNvSpPr/>
          <p:nvPr/>
        </p:nvSpPr>
        <p:spPr>
          <a:xfrm>
            <a:off x="2571452" y="2387675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31"/>
          <p:cNvSpPr txBox="1"/>
          <p:nvPr>
            <p:ph idx="6" type="subTitle"/>
          </p:nvPr>
        </p:nvSpPr>
        <p:spPr>
          <a:xfrm>
            <a:off x="2763000" y="2291984"/>
            <a:ext cx="15873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198" name="Google Shape;198;p31"/>
          <p:cNvSpPr txBox="1"/>
          <p:nvPr>
            <p:ph idx="7" type="body"/>
          </p:nvPr>
        </p:nvSpPr>
        <p:spPr>
          <a:xfrm>
            <a:off x="2460700" y="2710450"/>
            <a:ext cx="1889700" cy="173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9" name="Google Shape;199;p31"/>
          <p:cNvSpPr/>
          <p:nvPr/>
        </p:nvSpPr>
        <p:spPr>
          <a:xfrm>
            <a:off x="6807102" y="2387675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31"/>
          <p:cNvSpPr txBox="1"/>
          <p:nvPr>
            <p:ph idx="8" type="subTitle"/>
          </p:nvPr>
        </p:nvSpPr>
        <p:spPr>
          <a:xfrm>
            <a:off x="6998650" y="2291984"/>
            <a:ext cx="15873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201" name="Google Shape;201;p31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2" name="Google Shape;202;p31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5544">
          <p15:clr>
            <a:srgbClr val="E46962"/>
          </p15:clr>
        </p15:guide>
        <p15:guide id="2" pos="2884">
          <p15:clr>
            <a:srgbClr val="E46962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with footer 1">
  <p:cSld name="CUSTOM_3"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2"/>
          <p:cNvSpPr txBox="1"/>
          <p:nvPr>
            <p:ph idx="1" type="body"/>
          </p:nvPr>
        </p:nvSpPr>
        <p:spPr>
          <a:xfrm>
            <a:off x="6129700" y="1058025"/>
            <a:ext cx="2556900" cy="302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05" name="Google Shape;205;p32"/>
          <p:cNvSpPr txBox="1"/>
          <p:nvPr>
            <p:ph idx="2" type="body"/>
          </p:nvPr>
        </p:nvSpPr>
        <p:spPr>
          <a:xfrm>
            <a:off x="4695000" y="1058025"/>
            <a:ext cx="1378200" cy="302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 algn="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r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r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r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r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r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r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r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r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06" name="Google Shape;206;p32"/>
          <p:cNvSpPr txBox="1"/>
          <p:nvPr>
            <p:ph type="title"/>
          </p:nvPr>
        </p:nvSpPr>
        <p:spPr>
          <a:xfrm>
            <a:off x="457200" y="1195125"/>
            <a:ext cx="4000500" cy="26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07" name="Google Shape;207;p32"/>
          <p:cNvSpPr txBox="1"/>
          <p:nvPr>
            <p:ph idx="3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9pPr>
          </a:lstStyle>
          <a:p/>
        </p:txBody>
      </p:sp>
      <p:sp>
        <p:nvSpPr>
          <p:cNvPr id="208" name="Google Shape;208;p32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2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666">
          <p15:clr>
            <a:srgbClr val="E46962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with footer 2">
  <p:cSld name="CUSTOM_3_3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3"/>
          <p:cNvSpPr txBox="1"/>
          <p:nvPr>
            <p:ph idx="1" type="body"/>
          </p:nvPr>
        </p:nvSpPr>
        <p:spPr>
          <a:xfrm>
            <a:off x="1891900" y="1058025"/>
            <a:ext cx="2556900" cy="302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12" name="Google Shape;212;p33"/>
          <p:cNvSpPr txBox="1"/>
          <p:nvPr>
            <p:ph idx="2" type="body"/>
          </p:nvPr>
        </p:nvSpPr>
        <p:spPr>
          <a:xfrm>
            <a:off x="457200" y="1058025"/>
            <a:ext cx="1378200" cy="302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 algn="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r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r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r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r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r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r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r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r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13" name="Google Shape;213;p33"/>
          <p:cNvSpPr txBox="1"/>
          <p:nvPr>
            <p:ph type="title"/>
          </p:nvPr>
        </p:nvSpPr>
        <p:spPr>
          <a:xfrm>
            <a:off x="4686100" y="1195125"/>
            <a:ext cx="4000500" cy="26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14" name="Google Shape;214;p33"/>
          <p:cNvSpPr txBox="1"/>
          <p:nvPr>
            <p:ph idx="3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9pPr>
          </a:lstStyle>
          <a:p/>
        </p:txBody>
      </p:sp>
      <p:sp>
        <p:nvSpPr>
          <p:cNvPr id="215" name="Google Shape;215;p33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6" name="Google Shape;216;p33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666">
          <p15:clr>
            <a:srgbClr val="E46962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CUSTOM_3_2"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idx="1" type="body"/>
          </p:nvPr>
        </p:nvSpPr>
        <p:spPr>
          <a:xfrm>
            <a:off x="6129700" y="1058025"/>
            <a:ext cx="2556900" cy="302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19" name="Google Shape;219;p34"/>
          <p:cNvSpPr txBox="1"/>
          <p:nvPr>
            <p:ph idx="2" type="body"/>
          </p:nvPr>
        </p:nvSpPr>
        <p:spPr>
          <a:xfrm>
            <a:off x="4695000" y="1058025"/>
            <a:ext cx="1378200" cy="302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 algn="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r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r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r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r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r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r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r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r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cxnSp>
        <p:nvCxnSpPr>
          <p:cNvPr id="220" name="Google Shape;220;p34"/>
          <p:cNvCxnSpPr/>
          <p:nvPr/>
        </p:nvCxnSpPr>
        <p:spPr>
          <a:xfrm rot="10800000">
            <a:off x="4572000" y="466575"/>
            <a:ext cx="0" cy="41079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1" name="Google Shape;221;p34"/>
          <p:cNvSpPr txBox="1"/>
          <p:nvPr>
            <p:ph type="title"/>
          </p:nvPr>
        </p:nvSpPr>
        <p:spPr>
          <a:xfrm>
            <a:off x="457200" y="1195125"/>
            <a:ext cx="4000500" cy="26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cxnSp>
        <p:nvCxnSpPr>
          <p:cNvPr id="222" name="Google Shape;222;p34"/>
          <p:cNvCxnSpPr/>
          <p:nvPr/>
        </p:nvCxnSpPr>
        <p:spPr>
          <a:xfrm>
            <a:off x="342977" y="45689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23" name="Google Shape;223;p34"/>
          <p:cNvCxnSpPr/>
          <p:nvPr/>
        </p:nvCxnSpPr>
        <p:spPr>
          <a:xfrm>
            <a:off x="342977" y="4606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4" name="Google Shape;224;p34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25" name="Google Shape;225;p34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666">
          <p15:clr>
            <a:srgbClr val="E46962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CUSTOM_3_1"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7" name="Google Shape;227;p35"/>
          <p:cNvCxnSpPr/>
          <p:nvPr/>
        </p:nvCxnSpPr>
        <p:spPr>
          <a:xfrm rot="10800000">
            <a:off x="4572000" y="466575"/>
            <a:ext cx="0" cy="41079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8" name="Google Shape;228;p35"/>
          <p:cNvSpPr txBox="1"/>
          <p:nvPr>
            <p:ph type="title"/>
          </p:nvPr>
        </p:nvSpPr>
        <p:spPr>
          <a:xfrm>
            <a:off x="457200" y="1195125"/>
            <a:ext cx="4000500" cy="26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cxnSp>
        <p:nvCxnSpPr>
          <p:cNvPr id="229" name="Google Shape;229;p35"/>
          <p:cNvCxnSpPr/>
          <p:nvPr/>
        </p:nvCxnSpPr>
        <p:spPr>
          <a:xfrm>
            <a:off x="342977" y="45689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0" name="Google Shape;230;p35"/>
          <p:cNvCxnSpPr/>
          <p:nvPr/>
        </p:nvCxnSpPr>
        <p:spPr>
          <a:xfrm>
            <a:off x="342977" y="4606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1" name="Google Shape;231;p35"/>
          <p:cNvSpPr txBox="1"/>
          <p:nvPr>
            <p:ph idx="1" type="body"/>
          </p:nvPr>
        </p:nvSpPr>
        <p:spPr>
          <a:xfrm>
            <a:off x="4933600" y="1058025"/>
            <a:ext cx="3523200" cy="302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32" name="Google Shape;232;p35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3" name="Google Shape;233;p35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CUSTOM_3_1_1"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5" name="Google Shape;235;p36"/>
          <p:cNvCxnSpPr/>
          <p:nvPr/>
        </p:nvCxnSpPr>
        <p:spPr>
          <a:xfrm rot="10800000">
            <a:off x="3319175" y="466575"/>
            <a:ext cx="0" cy="41079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6" name="Google Shape;236;p36"/>
          <p:cNvSpPr txBox="1"/>
          <p:nvPr>
            <p:ph type="title"/>
          </p:nvPr>
        </p:nvSpPr>
        <p:spPr>
          <a:xfrm>
            <a:off x="457200" y="1195125"/>
            <a:ext cx="2727300" cy="26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cxnSp>
        <p:nvCxnSpPr>
          <p:cNvPr id="237" name="Google Shape;237;p36"/>
          <p:cNvCxnSpPr/>
          <p:nvPr/>
        </p:nvCxnSpPr>
        <p:spPr>
          <a:xfrm>
            <a:off x="342977" y="45689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8" name="Google Shape;238;p36"/>
          <p:cNvCxnSpPr/>
          <p:nvPr/>
        </p:nvCxnSpPr>
        <p:spPr>
          <a:xfrm>
            <a:off x="342977" y="4606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6"/>
          <p:cNvSpPr/>
          <p:nvPr/>
        </p:nvSpPr>
        <p:spPr>
          <a:xfrm>
            <a:off x="3813602" y="1201513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36"/>
          <p:cNvSpPr txBox="1"/>
          <p:nvPr>
            <p:ph idx="1" type="subTitle"/>
          </p:nvPr>
        </p:nvSpPr>
        <p:spPr>
          <a:xfrm>
            <a:off x="4005150" y="1105813"/>
            <a:ext cx="46818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241" name="Google Shape;241;p36"/>
          <p:cNvSpPr/>
          <p:nvPr/>
        </p:nvSpPr>
        <p:spPr>
          <a:xfrm>
            <a:off x="3813602" y="1689638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36"/>
          <p:cNvSpPr txBox="1"/>
          <p:nvPr>
            <p:ph idx="2" type="subTitle"/>
          </p:nvPr>
        </p:nvSpPr>
        <p:spPr>
          <a:xfrm>
            <a:off x="4005150" y="1593938"/>
            <a:ext cx="46818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243" name="Google Shape;243;p36"/>
          <p:cNvSpPr/>
          <p:nvPr/>
        </p:nvSpPr>
        <p:spPr>
          <a:xfrm>
            <a:off x="3813602" y="2177763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36"/>
          <p:cNvSpPr txBox="1"/>
          <p:nvPr>
            <p:ph idx="3" type="subTitle"/>
          </p:nvPr>
        </p:nvSpPr>
        <p:spPr>
          <a:xfrm>
            <a:off x="4005150" y="2082063"/>
            <a:ext cx="46818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245" name="Google Shape;245;p36"/>
          <p:cNvSpPr/>
          <p:nvPr/>
        </p:nvSpPr>
        <p:spPr>
          <a:xfrm>
            <a:off x="3813602" y="2696488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36"/>
          <p:cNvSpPr txBox="1"/>
          <p:nvPr>
            <p:ph idx="4" type="subTitle"/>
          </p:nvPr>
        </p:nvSpPr>
        <p:spPr>
          <a:xfrm>
            <a:off x="4005150" y="2600788"/>
            <a:ext cx="46818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247" name="Google Shape;247;p36"/>
          <p:cNvSpPr/>
          <p:nvPr/>
        </p:nvSpPr>
        <p:spPr>
          <a:xfrm>
            <a:off x="3813602" y="3215213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36"/>
          <p:cNvSpPr txBox="1"/>
          <p:nvPr>
            <p:ph idx="5" type="subTitle"/>
          </p:nvPr>
        </p:nvSpPr>
        <p:spPr>
          <a:xfrm>
            <a:off x="4005150" y="3119513"/>
            <a:ext cx="46818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249" name="Google Shape;249;p36"/>
          <p:cNvSpPr/>
          <p:nvPr/>
        </p:nvSpPr>
        <p:spPr>
          <a:xfrm>
            <a:off x="3813602" y="3733938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36"/>
          <p:cNvSpPr txBox="1"/>
          <p:nvPr>
            <p:ph idx="6" type="subTitle"/>
          </p:nvPr>
        </p:nvSpPr>
        <p:spPr>
          <a:xfrm>
            <a:off x="4005150" y="3638238"/>
            <a:ext cx="46818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251" name="Google Shape;251;p36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2" name="Google Shape;252;p36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with footer">
  <p:cSld name="CUSTOM_1"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7"/>
          <p:cNvSpPr txBox="1"/>
          <p:nvPr>
            <p:ph type="title"/>
          </p:nvPr>
        </p:nvSpPr>
        <p:spPr>
          <a:xfrm>
            <a:off x="342900" y="457200"/>
            <a:ext cx="3544800" cy="411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55" name="Google Shape;255;p37"/>
          <p:cNvSpPr txBox="1"/>
          <p:nvPr>
            <p:ph idx="1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9pPr>
          </a:lstStyle>
          <a:p/>
        </p:txBody>
      </p:sp>
      <p:sp>
        <p:nvSpPr>
          <p:cNvPr id="256" name="Google Shape;256;p37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7" name="Google Shape;257;p37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CUSTOM_1_1"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8"/>
          <p:cNvSpPr txBox="1"/>
          <p:nvPr>
            <p:ph type="title"/>
          </p:nvPr>
        </p:nvSpPr>
        <p:spPr>
          <a:xfrm>
            <a:off x="342900" y="457200"/>
            <a:ext cx="3544800" cy="411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60" name="Google Shape;260;p38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1" name="Google Shape;261;p38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with footer">
  <p:cSld name="CUSTOM_7"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9"/>
          <p:cNvSpPr txBox="1"/>
          <p:nvPr>
            <p:ph type="title"/>
          </p:nvPr>
        </p:nvSpPr>
        <p:spPr>
          <a:xfrm>
            <a:off x="342900" y="457200"/>
            <a:ext cx="8458200" cy="8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64" name="Google Shape;264;p39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5" name="Google Shape;265;p39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39"/>
          <p:cNvSpPr txBox="1"/>
          <p:nvPr>
            <p:ph idx="1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CUSTOM_7_1"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40"/>
          <p:cNvSpPr txBox="1"/>
          <p:nvPr>
            <p:ph type="title"/>
          </p:nvPr>
        </p:nvSpPr>
        <p:spPr>
          <a:xfrm>
            <a:off x="342900" y="457200"/>
            <a:ext cx="8458200" cy="8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69" name="Google Shape;269;p40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0" name="Google Shape;270;p40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with header and footer">
  <p:cSld name="CUSTOM_2_2"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1"/>
          <p:cNvSpPr txBox="1"/>
          <p:nvPr>
            <p:ph idx="1" type="subTitle"/>
          </p:nvPr>
        </p:nvSpPr>
        <p:spPr>
          <a:xfrm>
            <a:off x="342900" y="630425"/>
            <a:ext cx="8345700" cy="259200"/>
          </a:xfrm>
          <a:prstGeom prst="rect">
            <a:avLst/>
          </a:prstGeom>
        </p:spPr>
        <p:txBody>
          <a:bodyPr anchorCtr="0" anchor="t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Light"/>
              <a:buNone/>
              <a:defRPr>
                <a:latin typeface="IBM Plex Mono Light"/>
                <a:ea typeface="IBM Plex Mono Light"/>
                <a:cs typeface="IBM Plex Mono Light"/>
                <a:sym typeface="IBM Plex Mono Light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Light"/>
              <a:buNone/>
              <a:defRPr>
                <a:latin typeface="IBM Plex Mono Light"/>
                <a:ea typeface="IBM Plex Mono Light"/>
                <a:cs typeface="IBM Plex Mono Light"/>
                <a:sym typeface="IBM Plex Mono Light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Light"/>
              <a:buNone/>
              <a:defRPr>
                <a:latin typeface="IBM Plex Mono Light"/>
                <a:ea typeface="IBM Plex Mono Light"/>
                <a:cs typeface="IBM Plex Mono Light"/>
                <a:sym typeface="IBM Plex Mono Light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Light"/>
              <a:buNone/>
              <a:defRPr>
                <a:latin typeface="IBM Plex Mono Light"/>
                <a:ea typeface="IBM Plex Mono Light"/>
                <a:cs typeface="IBM Plex Mono Light"/>
                <a:sym typeface="IBM Plex Mono Light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Light"/>
              <a:buNone/>
              <a:defRPr>
                <a:latin typeface="IBM Plex Mono Light"/>
                <a:ea typeface="IBM Plex Mono Light"/>
                <a:cs typeface="IBM Plex Mono Light"/>
                <a:sym typeface="IBM Plex Mono Light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Light"/>
              <a:buNone/>
              <a:defRPr>
                <a:latin typeface="IBM Plex Mono Light"/>
                <a:ea typeface="IBM Plex Mono Light"/>
                <a:cs typeface="IBM Plex Mono Light"/>
                <a:sym typeface="IBM Plex Mono Light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Light"/>
              <a:buNone/>
              <a:defRPr>
                <a:latin typeface="IBM Plex Mono Light"/>
                <a:ea typeface="IBM Plex Mono Light"/>
                <a:cs typeface="IBM Plex Mono Light"/>
                <a:sym typeface="IBM Plex Mono Light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Light"/>
              <a:buNone/>
              <a:defRPr>
                <a:latin typeface="IBM Plex Mono Light"/>
                <a:ea typeface="IBM Plex Mono Light"/>
                <a:cs typeface="IBM Plex Mono Light"/>
                <a:sym typeface="IBM Plex Mono Light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Light"/>
              <a:buNone/>
              <a:defRPr>
                <a:latin typeface="IBM Plex Mono Light"/>
                <a:ea typeface="IBM Plex Mono Light"/>
                <a:cs typeface="IBM Plex Mono Light"/>
                <a:sym typeface="IBM Plex Mono Light"/>
              </a:defRPr>
            </a:lvl9pPr>
          </a:lstStyle>
          <a:p/>
        </p:txBody>
      </p:sp>
      <p:sp>
        <p:nvSpPr>
          <p:cNvPr id="273" name="Google Shape;273;p41"/>
          <p:cNvSpPr txBox="1"/>
          <p:nvPr>
            <p:ph type="title"/>
          </p:nvPr>
        </p:nvSpPr>
        <p:spPr>
          <a:xfrm>
            <a:off x="342900" y="889625"/>
            <a:ext cx="8345700" cy="367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74" name="Google Shape;274;p41"/>
          <p:cNvSpPr txBox="1"/>
          <p:nvPr>
            <p:ph idx="2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9pPr>
          </a:lstStyle>
          <a:p/>
        </p:txBody>
      </p:sp>
      <p:sp>
        <p:nvSpPr>
          <p:cNvPr id="275" name="Google Shape;275;p41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6" name="Google Shape;276;p41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CUSTOM_2_2_1"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2"/>
          <p:cNvSpPr txBox="1"/>
          <p:nvPr>
            <p:ph idx="1" type="subTitle"/>
          </p:nvPr>
        </p:nvSpPr>
        <p:spPr>
          <a:xfrm>
            <a:off x="342900" y="630425"/>
            <a:ext cx="8345700" cy="259200"/>
          </a:xfrm>
          <a:prstGeom prst="rect">
            <a:avLst/>
          </a:prstGeom>
        </p:spPr>
        <p:txBody>
          <a:bodyPr anchorCtr="0" anchor="t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Light"/>
              <a:buNone/>
              <a:defRPr>
                <a:latin typeface="IBM Plex Mono Light"/>
                <a:ea typeface="IBM Plex Mono Light"/>
                <a:cs typeface="IBM Plex Mono Light"/>
                <a:sym typeface="IBM Plex Mono Light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Light"/>
              <a:buNone/>
              <a:defRPr>
                <a:latin typeface="IBM Plex Mono Light"/>
                <a:ea typeface="IBM Plex Mono Light"/>
                <a:cs typeface="IBM Plex Mono Light"/>
                <a:sym typeface="IBM Plex Mono Light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Light"/>
              <a:buNone/>
              <a:defRPr>
                <a:latin typeface="IBM Plex Mono Light"/>
                <a:ea typeface="IBM Plex Mono Light"/>
                <a:cs typeface="IBM Plex Mono Light"/>
                <a:sym typeface="IBM Plex Mono Light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Light"/>
              <a:buNone/>
              <a:defRPr>
                <a:latin typeface="IBM Plex Mono Light"/>
                <a:ea typeface="IBM Plex Mono Light"/>
                <a:cs typeface="IBM Plex Mono Light"/>
                <a:sym typeface="IBM Plex Mono Light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Light"/>
              <a:buNone/>
              <a:defRPr>
                <a:latin typeface="IBM Plex Mono Light"/>
                <a:ea typeface="IBM Plex Mono Light"/>
                <a:cs typeface="IBM Plex Mono Light"/>
                <a:sym typeface="IBM Plex Mono Light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Light"/>
              <a:buNone/>
              <a:defRPr>
                <a:latin typeface="IBM Plex Mono Light"/>
                <a:ea typeface="IBM Plex Mono Light"/>
                <a:cs typeface="IBM Plex Mono Light"/>
                <a:sym typeface="IBM Plex Mono Light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Light"/>
              <a:buNone/>
              <a:defRPr>
                <a:latin typeface="IBM Plex Mono Light"/>
                <a:ea typeface="IBM Plex Mono Light"/>
                <a:cs typeface="IBM Plex Mono Light"/>
                <a:sym typeface="IBM Plex Mono Light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Light"/>
              <a:buNone/>
              <a:defRPr>
                <a:latin typeface="IBM Plex Mono Light"/>
                <a:ea typeface="IBM Plex Mono Light"/>
                <a:cs typeface="IBM Plex Mono Light"/>
                <a:sym typeface="IBM Plex Mono Light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Light"/>
              <a:buNone/>
              <a:defRPr>
                <a:latin typeface="IBM Plex Mono Light"/>
                <a:ea typeface="IBM Plex Mono Light"/>
                <a:cs typeface="IBM Plex Mono Light"/>
                <a:sym typeface="IBM Plex Mono Light"/>
              </a:defRPr>
            </a:lvl9pPr>
          </a:lstStyle>
          <a:p/>
        </p:txBody>
      </p:sp>
      <p:sp>
        <p:nvSpPr>
          <p:cNvPr id="279" name="Google Shape;279;p42"/>
          <p:cNvSpPr txBox="1"/>
          <p:nvPr>
            <p:ph type="title"/>
          </p:nvPr>
        </p:nvSpPr>
        <p:spPr>
          <a:xfrm>
            <a:off x="342900" y="889625"/>
            <a:ext cx="8345700" cy="367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80" name="Google Shape;280;p42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1" name="Google Shape;281;p42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with footer">
  <p:cSld name="CUSTOM_2_1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3"/>
          <p:cNvSpPr txBox="1"/>
          <p:nvPr>
            <p:ph type="title"/>
          </p:nvPr>
        </p:nvSpPr>
        <p:spPr>
          <a:xfrm>
            <a:off x="342900" y="457200"/>
            <a:ext cx="8343900" cy="147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84" name="Google Shape;284;p43"/>
          <p:cNvSpPr txBox="1"/>
          <p:nvPr>
            <p:ph idx="1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9pPr>
          </a:lstStyle>
          <a:p/>
        </p:txBody>
      </p:sp>
      <p:sp>
        <p:nvSpPr>
          <p:cNvPr id="285" name="Google Shape;285;p43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6" name="Google Shape;286;p43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CUSTOM_2_1_2"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4"/>
          <p:cNvSpPr txBox="1"/>
          <p:nvPr>
            <p:ph type="title"/>
          </p:nvPr>
        </p:nvSpPr>
        <p:spPr>
          <a:xfrm>
            <a:off x="342900" y="457200"/>
            <a:ext cx="8343900" cy="147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cxnSp>
        <p:nvCxnSpPr>
          <p:cNvPr id="289" name="Google Shape;289;p44"/>
          <p:cNvCxnSpPr/>
          <p:nvPr/>
        </p:nvCxnSpPr>
        <p:spPr>
          <a:xfrm>
            <a:off x="342977" y="45689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44"/>
          <p:cNvCxnSpPr/>
          <p:nvPr/>
        </p:nvCxnSpPr>
        <p:spPr>
          <a:xfrm>
            <a:off x="342977" y="4606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1" name="Google Shape;291;p44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2" name="Google Shape;292;p44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CUSTOM_2_1_2_1"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4" name="Google Shape;294;p45"/>
          <p:cNvCxnSpPr/>
          <p:nvPr/>
        </p:nvCxnSpPr>
        <p:spPr>
          <a:xfrm>
            <a:off x="342977" y="45689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45"/>
          <p:cNvCxnSpPr/>
          <p:nvPr/>
        </p:nvCxnSpPr>
        <p:spPr>
          <a:xfrm>
            <a:off x="342977" y="4606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6" name="Google Shape;296;p45"/>
          <p:cNvSpPr/>
          <p:nvPr>
            <p:ph idx="2" type="pic"/>
          </p:nvPr>
        </p:nvSpPr>
        <p:spPr>
          <a:xfrm>
            <a:off x="457200" y="588788"/>
            <a:ext cx="8229600" cy="3835800"/>
          </a:xfrm>
          <a:prstGeom prst="rect">
            <a:avLst/>
          </a:prstGeom>
          <a:noFill/>
          <a:ln>
            <a:noFill/>
          </a:ln>
        </p:spPr>
      </p:sp>
      <p:sp>
        <p:nvSpPr>
          <p:cNvPr id="297" name="Google Shape;297;p45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8" name="Google Shape;298;p45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CUSTOM_2_1_2_1_1"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6"/>
          <p:cNvSpPr/>
          <p:nvPr/>
        </p:nvSpPr>
        <p:spPr>
          <a:xfrm>
            <a:off x="342900" y="1834500"/>
            <a:ext cx="2778300" cy="2734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301" name="Google Shape;301;p46"/>
          <p:cNvSpPr/>
          <p:nvPr/>
        </p:nvSpPr>
        <p:spPr>
          <a:xfrm>
            <a:off x="2045193" y="1513259"/>
            <a:ext cx="2393400" cy="25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302" name="Google Shape;302;p46"/>
          <p:cNvSpPr/>
          <p:nvPr/>
        </p:nvSpPr>
        <p:spPr>
          <a:xfrm>
            <a:off x="4171372" y="1976202"/>
            <a:ext cx="2393400" cy="2592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303" name="Google Shape;303;p46"/>
          <p:cNvSpPr txBox="1"/>
          <p:nvPr>
            <p:ph type="title"/>
          </p:nvPr>
        </p:nvSpPr>
        <p:spPr>
          <a:xfrm>
            <a:off x="342900" y="457200"/>
            <a:ext cx="8458200" cy="7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304" name="Google Shape;304;p46"/>
          <p:cNvSpPr/>
          <p:nvPr/>
        </p:nvSpPr>
        <p:spPr>
          <a:xfrm>
            <a:off x="4712400" y="1513255"/>
            <a:ext cx="4092900" cy="1704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305" name="Google Shape;305;p46"/>
          <p:cNvSpPr/>
          <p:nvPr>
            <p:ph idx="2" type="pic"/>
          </p:nvPr>
        </p:nvSpPr>
        <p:spPr>
          <a:xfrm>
            <a:off x="457200" y="1245883"/>
            <a:ext cx="1490700" cy="9573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46"/>
          <p:cNvSpPr/>
          <p:nvPr>
            <p:ph idx="3" type="pic"/>
          </p:nvPr>
        </p:nvSpPr>
        <p:spPr>
          <a:xfrm>
            <a:off x="457200" y="2354103"/>
            <a:ext cx="1934700" cy="20442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46"/>
          <p:cNvSpPr/>
          <p:nvPr>
            <p:ph idx="4" type="pic"/>
          </p:nvPr>
        </p:nvSpPr>
        <p:spPr>
          <a:xfrm>
            <a:off x="2526950" y="1640193"/>
            <a:ext cx="1785300" cy="1835100"/>
          </a:xfrm>
          <a:prstGeom prst="rect">
            <a:avLst/>
          </a:prstGeom>
          <a:noFill/>
          <a:ln>
            <a:noFill/>
          </a:ln>
        </p:spPr>
      </p:sp>
      <p:sp>
        <p:nvSpPr>
          <p:cNvPr id="308" name="Google Shape;308;p46"/>
          <p:cNvSpPr/>
          <p:nvPr>
            <p:ph idx="5" type="pic"/>
          </p:nvPr>
        </p:nvSpPr>
        <p:spPr>
          <a:xfrm>
            <a:off x="3284627" y="3602162"/>
            <a:ext cx="1299000" cy="1084200"/>
          </a:xfrm>
          <a:prstGeom prst="rect">
            <a:avLst/>
          </a:prstGeom>
          <a:noFill/>
          <a:ln>
            <a:noFill/>
          </a:ln>
        </p:spPr>
      </p:sp>
      <p:sp>
        <p:nvSpPr>
          <p:cNvPr id="309" name="Google Shape;309;p46"/>
          <p:cNvSpPr/>
          <p:nvPr>
            <p:ph idx="6" type="pic"/>
          </p:nvPr>
        </p:nvSpPr>
        <p:spPr>
          <a:xfrm>
            <a:off x="4583875" y="1245829"/>
            <a:ext cx="1716600" cy="2356200"/>
          </a:xfrm>
          <a:prstGeom prst="rect">
            <a:avLst/>
          </a:prstGeom>
          <a:noFill/>
          <a:ln>
            <a:noFill/>
          </a:ln>
        </p:spPr>
      </p:sp>
      <p:sp>
        <p:nvSpPr>
          <p:cNvPr id="310" name="Google Shape;310;p46"/>
          <p:cNvSpPr/>
          <p:nvPr>
            <p:ph idx="7" type="pic"/>
          </p:nvPr>
        </p:nvSpPr>
        <p:spPr>
          <a:xfrm>
            <a:off x="4718575" y="3753392"/>
            <a:ext cx="1299000" cy="644400"/>
          </a:xfrm>
          <a:prstGeom prst="rect">
            <a:avLst/>
          </a:prstGeom>
          <a:noFill/>
          <a:ln>
            <a:noFill/>
          </a:ln>
        </p:spPr>
      </p:sp>
      <p:sp>
        <p:nvSpPr>
          <p:cNvPr id="311" name="Google Shape;311;p46"/>
          <p:cNvSpPr/>
          <p:nvPr>
            <p:ph idx="8" type="pic"/>
          </p:nvPr>
        </p:nvSpPr>
        <p:spPr>
          <a:xfrm>
            <a:off x="6445550" y="2341822"/>
            <a:ext cx="2241300" cy="2344200"/>
          </a:xfrm>
          <a:prstGeom prst="rect">
            <a:avLst/>
          </a:prstGeom>
          <a:noFill/>
          <a:ln>
            <a:noFill/>
          </a:ln>
        </p:spPr>
      </p:sp>
      <p:sp>
        <p:nvSpPr>
          <p:cNvPr id="312" name="Google Shape;312;p46"/>
          <p:cNvSpPr/>
          <p:nvPr>
            <p:ph idx="9" type="pic"/>
          </p:nvPr>
        </p:nvSpPr>
        <p:spPr>
          <a:xfrm>
            <a:off x="7387850" y="1231200"/>
            <a:ext cx="1299000" cy="9573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46"/>
          <p:cNvSpPr/>
          <p:nvPr>
            <p:ph idx="13" type="pic"/>
          </p:nvPr>
        </p:nvSpPr>
        <p:spPr>
          <a:xfrm>
            <a:off x="6445750" y="1632987"/>
            <a:ext cx="805500" cy="555900"/>
          </a:xfrm>
          <a:prstGeom prst="rect">
            <a:avLst/>
          </a:prstGeom>
          <a:noFill/>
          <a:ln>
            <a:noFill/>
          </a:ln>
        </p:spPr>
      </p:sp>
      <p:sp>
        <p:nvSpPr>
          <p:cNvPr id="314" name="Google Shape;314;p46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5" name="Google Shape;315;p46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952">
          <p15:clr>
            <a:srgbClr val="E46962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column text and two images">
  <p:cSld name="CUSTOM_2_1_1"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7"/>
          <p:cNvSpPr txBox="1"/>
          <p:nvPr>
            <p:ph idx="1" type="body"/>
          </p:nvPr>
        </p:nvSpPr>
        <p:spPr>
          <a:xfrm>
            <a:off x="5969400" y="771725"/>
            <a:ext cx="2133900" cy="7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spcBef>
                <a:spcPts val="50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>
              <a:spcBef>
                <a:spcPts val="50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>
              <a:spcBef>
                <a:spcPts val="50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>
              <a:spcBef>
                <a:spcPts val="50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>
              <a:spcBef>
                <a:spcPts val="50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>
              <a:spcBef>
                <a:spcPts val="50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>
              <a:spcBef>
                <a:spcPts val="50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>
              <a:spcBef>
                <a:spcPts val="500"/>
              </a:spcBef>
              <a:spcAft>
                <a:spcPts val="50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318" name="Google Shape;318;p47"/>
          <p:cNvSpPr/>
          <p:nvPr>
            <p:ph idx="2" type="pic"/>
          </p:nvPr>
        </p:nvSpPr>
        <p:spPr>
          <a:xfrm>
            <a:off x="457200" y="1625175"/>
            <a:ext cx="5345400" cy="2799300"/>
          </a:xfrm>
          <a:prstGeom prst="rect">
            <a:avLst/>
          </a:prstGeom>
          <a:noFill/>
          <a:ln>
            <a:noFill/>
          </a:ln>
        </p:spPr>
      </p:sp>
      <p:sp>
        <p:nvSpPr>
          <p:cNvPr id="319" name="Google Shape;319;p47"/>
          <p:cNvSpPr/>
          <p:nvPr>
            <p:ph idx="3" type="pic"/>
          </p:nvPr>
        </p:nvSpPr>
        <p:spPr>
          <a:xfrm>
            <a:off x="5943600" y="1635225"/>
            <a:ext cx="2743200" cy="2799300"/>
          </a:xfrm>
          <a:prstGeom prst="rect">
            <a:avLst/>
          </a:prstGeom>
          <a:noFill/>
          <a:ln>
            <a:noFill/>
          </a:ln>
        </p:spPr>
      </p:sp>
      <p:sp>
        <p:nvSpPr>
          <p:cNvPr id="320" name="Google Shape;320;p47"/>
          <p:cNvSpPr txBox="1"/>
          <p:nvPr>
            <p:ph idx="4" type="subTitle"/>
          </p:nvPr>
        </p:nvSpPr>
        <p:spPr>
          <a:xfrm>
            <a:off x="645275" y="479984"/>
            <a:ext cx="24150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321" name="Google Shape;321;p47"/>
          <p:cNvSpPr txBox="1"/>
          <p:nvPr>
            <p:ph idx="5" type="subTitle"/>
          </p:nvPr>
        </p:nvSpPr>
        <p:spPr>
          <a:xfrm>
            <a:off x="3515675" y="479984"/>
            <a:ext cx="24150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322" name="Google Shape;322;p47"/>
          <p:cNvSpPr txBox="1"/>
          <p:nvPr>
            <p:ph idx="6" type="subTitle"/>
          </p:nvPr>
        </p:nvSpPr>
        <p:spPr>
          <a:xfrm>
            <a:off x="6386075" y="479984"/>
            <a:ext cx="24150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323" name="Google Shape;323;p47"/>
          <p:cNvSpPr txBox="1"/>
          <p:nvPr>
            <p:ph idx="7" type="body"/>
          </p:nvPr>
        </p:nvSpPr>
        <p:spPr>
          <a:xfrm>
            <a:off x="3156150" y="771725"/>
            <a:ext cx="2133900" cy="7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spcBef>
                <a:spcPts val="50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>
              <a:spcBef>
                <a:spcPts val="50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>
              <a:spcBef>
                <a:spcPts val="50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>
              <a:spcBef>
                <a:spcPts val="50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>
              <a:spcBef>
                <a:spcPts val="50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>
              <a:spcBef>
                <a:spcPts val="50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>
              <a:spcBef>
                <a:spcPts val="50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>
              <a:spcBef>
                <a:spcPts val="500"/>
              </a:spcBef>
              <a:spcAft>
                <a:spcPts val="50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324" name="Google Shape;324;p47"/>
          <p:cNvSpPr txBox="1"/>
          <p:nvPr>
            <p:ph idx="8" type="body"/>
          </p:nvPr>
        </p:nvSpPr>
        <p:spPr>
          <a:xfrm>
            <a:off x="342975" y="771725"/>
            <a:ext cx="2133900" cy="7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spcBef>
                <a:spcPts val="50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>
              <a:spcBef>
                <a:spcPts val="50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>
              <a:spcBef>
                <a:spcPts val="50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>
              <a:spcBef>
                <a:spcPts val="50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>
              <a:spcBef>
                <a:spcPts val="50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>
              <a:spcBef>
                <a:spcPts val="50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>
              <a:spcBef>
                <a:spcPts val="50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>
              <a:spcBef>
                <a:spcPts val="500"/>
              </a:spcBef>
              <a:spcAft>
                <a:spcPts val="50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325" name="Google Shape;325;p47"/>
          <p:cNvSpPr txBox="1"/>
          <p:nvPr>
            <p:ph idx="9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9pPr>
          </a:lstStyle>
          <a:p/>
        </p:txBody>
      </p:sp>
      <p:sp>
        <p:nvSpPr>
          <p:cNvPr id="326" name="Google Shape;326;p47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7" name="Google Shape;327;p47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CUSTOM_2_1_1_1"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48"/>
          <p:cNvSpPr txBox="1"/>
          <p:nvPr>
            <p:ph idx="1" type="body"/>
          </p:nvPr>
        </p:nvSpPr>
        <p:spPr>
          <a:xfrm>
            <a:off x="6083625" y="3343625"/>
            <a:ext cx="27174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30" name="Google Shape;330;p48"/>
          <p:cNvSpPr txBox="1"/>
          <p:nvPr>
            <p:ph type="title"/>
          </p:nvPr>
        </p:nvSpPr>
        <p:spPr>
          <a:xfrm>
            <a:off x="342900" y="452925"/>
            <a:ext cx="8458200" cy="7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cxnSp>
        <p:nvCxnSpPr>
          <p:cNvPr id="331" name="Google Shape;331;p48"/>
          <p:cNvCxnSpPr/>
          <p:nvPr/>
        </p:nvCxnSpPr>
        <p:spPr>
          <a:xfrm>
            <a:off x="342977" y="45689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32" name="Google Shape;332;p48"/>
          <p:cNvCxnSpPr/>
          <p:nvPr/>
        </p:nvCxnSpPr>
        <p:spPr>
          <a:xfrm>
            <a:off x="342977" y="1266068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33" name="Google Shape;333;p48"/>
          <p:cNvSpPr/>
          <p:nvPr/>
        </p:nvSpPr>
        <p:spPr>
          <a:xfrm>
            <a:off x="453727" y="3020850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48"/>
          <p:cNvSpPr txBox="1"/>
          <p:nvPr>
            <p:ph idx="2" type="subTitle"/>
          </p:nvPr>
        </p:nvSpPr>
        <p:spPr>
          <a:xfrm>
            <a:off x="645275" y="2925159"/>
            <a:ext cx="24150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335" name="Google Shape;335;p48"/>
          <p:cNvSpPr txBox="1"/>
          <p:nvPr>
            <p:ph idx="3" type="body"/>
          </p:nvPr>
        </p:nvSpPr>
        <p:spPr>
          <a:xfrm>
            <a:off x="342975" y="3343625"/>
            <a:ext cx="27174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36" name="Google Shape;336;p48"/>
          <p:cNvSpPr/>
          <p:nvPr/>
        </p:nvSpPr>
        <p:spPr>
          <a:xfrm>
            <a:off x="3324052" y="3020850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48"/>
          <p:cNvSpPr txBox="1"/>
          <p:nvPr>
            <p:ph idx="4" type="subTitle"/>
          </p:nvPr>
        </p:nvSpPr>
        <p:spPr>
          <a:xfrm>
            <a:off x="3515600" y="2925159"/>
            <a:ext cx="24150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338" name="Google Shape;338;p48"/>
          <p:cNvSpPr txBox="1"/>
          <p:nvPr>
            <p:ph idx="5" type="body"/>
          </p:nvPr>
        </p:nvSpPr>
        <p:spPr>
          <a:xfrm>
            <a:off x="3213300" y="3343625"/>
            <a:ext cx="27174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39" name="Google Shape;339;p48"/>
          <p:cNvSpPr/>
          <p:nvPr/>
        </p:nvSpPr>
        <p:spPr>
          <a:xfrm>
            <a:off x="6194377" y="3020850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48"/>
          <p:cNvSpPr txBox="1"/>
          <p:nvPr>
            <p:ph idx="6" type="subTitle"/>
          </p:nvPr>
        </p:nvSpPr>
        <p:spPr>
          <a:xfrm>
            <a:off x="6385925" y="2925159"/>
            <a:ext cx="24150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341" name="Google Shape;341;p48"/>
          <p:cNvSpPr/>
          <p:nvPr>
            <p:ph idx="7" type="pic"/>
          </p:nvPr>
        </p:nvSpPr>
        <p:spPr>
          <a:xfrm>
            <a:off x="6194375" y="1494125"/>
            <a:ext cx="2492400" cy="1300800"/>
          </a:xfrm>
          <a:prstGeom prst="rect">
            <a:avLst/>
          </a:prstGeom>
          <a:noFill/>
          <a:ln>
            <a:noFill/>
          </a:ln>
        </p:spPr>
      </p:sp>
      <p:sp>
        <p:nvSpPr>
          <p:cNvPr id="342" name="Google Shape;342;p48"/>
          <p:cNvSpPr/>
          <p:nvPr>
            <p:ph idx="8" type="pic"/>
          </p:nvPr>
        </p:nvSpPr>
        <p:spPr>
          <a:xfrm>
            <a:off x="455475" y="1494125"/>
            <a:ext cx="2492400" cy="1300800"/>
          </a:xfrm>
          <a:prstGeom prst="rect">
            <a:avLst/>
          </a:prstGeom>
          <a:noFill/>
          <a:ln>
            <a:noFill/>
          </a:ln>
        </p:spPr>
      </p:sp>
      <p:sp>
        <p:nvSpPr>
          <p:cNvPr id="343" name="Google Shape;343;p48"/>
          <p:cNvSpPr/>
          <p:nvPr>
            <p:ph idx="9" type="pic"/>
          </p:nvPr>
        </p:nvSpPr>
        <p:spPr>
          <a:xfrm>
            <a:off x="3324925" y="1494125"/>
            <a:ext cx="2492400" cy="1300800"/>
          </a:xfrm>
          <a:prstGeom prst="rect">
            <a:avLst/>
          </a:prstGeom>
          <a:noFill/>
          <a:ln>
            <a:noFill/>
          </a:ln>
        </p:spPr>
      </p:sp>
      <p:sp>
        <p:nvSpPr>
          <p:cNvPr id="344" name="Google Shape;344;p48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5" name="Google Shape;345;p48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CUSTOM_2_1_1_1_1"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49"/>
          <p:cNvSpPr txBox="1"/>
          <p:nvPr>
            <p:ph type="title"/>
          </p:nvPr>
        </p:nvSpPr>
        <p:spPr>
          <a:xfrm>
            <a:off x="342900" y="452925"/>
            <a:ext cx="8458200" cy="7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cxnSp>
        <p:nvCxnSpPr>
          <p:cNvPr id="348" name="Google Shape;348;p49"/>
          <p:cNvCxnSpPr/>
          <p:nvPr/>
        </p:nvCxnSpPr>
        <p:spPr>
          <a:xfrm>
            <a:off x="342977" y="45689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49" name="Google Shape;349;p49"/>
          <p:cNvCxnSpPr/>
          <p:nvPr/>
        </p:nvCxnSpPr>
        <p:spPr>
          <a:xfrm>
            <a:off x="342977" y="1266068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50" name="Google Shape;350;p49"/>
          <p:cNvSpPr/>
          <p:nvPr>
            <p:ph idx="2" type="pic"/>
          </p:nvPr>
        </p:nvSpPr>
        <p:spPr>
          <a:xfrm>
            <a:off x="455475" y="1494125"/>
            <a:ext cx="3621300" cy="1300800"/>
          </a:xfrm>
          <a:prstGeom prst="rect">
            <a:avLst/>
          </a:prstGeom>
          <a:noFill/>
          <a:ln>
            <a:noFill/>
          </a:ln>
        </p:spPr>
      </p:sp>
      <p:sp>
        <p:nvSpPr>
          <p:cNvPr id="351" name="Google Shape;351;p49"/>
          <p:cNvSpPr/>
          <p:nvPr/>
        </p:nvSpPr>
        <p:spPr>
          <a:xfrm>
            <a:off x="453727" y="3020850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49"/>
          <p:cNvSpPr txBox="1"/>
          <p:nvPr>
            <p:ph idx="1" type="subTitle"/>
          </p:nvPr>
        </p:nvSpPr>
        <p:spPr>
          <a:xfrm>
            <a:off x="645275" y="2925159"/>
            <a:ext cx="36213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353" name="Google Shape;353;p49"/>
          <p:cNvSpPr txBox="1"/>
          <p:nvPr>
            <p:ph idx="3" type="body"/>
          </p:nvPr>
        </p:nvSpPr>
        <p:spPr>
          <a:xfrm>
            <a:off x="342975" y="3343625"/>
            <a:ext cx="39237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54" name="Google Shape;354;p49"/>
          <p:cNvSpPr/>
          <p:nvPr/>
        </p:nvSpPr>
        <p:spPr>
          <a:xfrm>
            <a:off x="4689277" y="3020850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49"/>
          <p:cNvSpPr txBox="1"/>
          <p:nvPr>
            <p:ph idx="4" type="subTitle"/>
          </p:nvPr>
        </p:nvSpPr>
        <p:spPr>
          <a:xfrm>
            <a:off x="5261825" y="2925159"/>
            <a:ext cx="36213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Mono Medium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Mono Medium"/>
              <a:buNone/>
              <a:defRPr/>
            </a:lvl9pPr>
          </a:lstStyle>
          <a:p/>
        </p:txBody>
      </p:sp>
      <p:sp>
        <p:nvSpPr>
          <p:cNvPr id="356" name="Google Shape;356;p49"/>
          <p:cNvSpPr txBox="1"/>
          <p:nvPr>
            <p:ph idx="5" type="body"/>
          </p:nvPr>
        </p:nvSpPr>
        <p:spPr>
          <a:xfrm>
            <a:off x="4959525" y="3343625"/>
            <a:ext cx="39237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57" name="Google Shape;357;p49"/>
          <p:cNvSpPr/>
          <p:nvPr>
            <p:ph idx="6" type="pic"/>
          </p:nvPr>
        </p:nvSpPr>
        <p:spPr>
          <a:xfrm>
            <a:off x="5070275" y="1494125"/>
            <a:ext cx="3621300" cy="1300800"/>
          </a:xfrm>
          <a:prstGeom prst="rect">
            <a:avLst/>
          </a:prstGeom>
          <a:noFill/>
          <a:ln>
            <a:noFill/>
          </a:ln>
        </p:spPr>
      </p:sp>
      <p:sp>
        <p:nvSpPr>
          <p:cNvPr id="358" name="Google Shape;358;p49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9" name="Google Shape;359;p49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column text">
  <p:cSld name="CUSTOM_4"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50"/>
          <p:cNvSpPr txBox="1"/>
          <p:nvPr>
            <p:ph idx="1" type="subTitle"/>
          </p:nvPr>
        </p:nvSpPr>
        <p:spPr>
          <a:xfrm>
            <a:off x="342925" y="457200"/>
            <a:ext cx="4068000" cy="272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9pPr>
          </a:lstStyle>
          <a:p/>
        </p:txBody>
      </p:sp>
      <p:sp>
        <p:nvSpPr>
          <p:cNvPr id="362" name="Google Shape;362;p50"/>
          <p:cNvSpPr txBox="1"/>
          <p:nvPr>
            <p:ph idx="2" type="subTitle"/>
          </p:nvPr>
        </p:nvSpPr>
        <p:spPr>
          <a:xfrm>
            <a:off x="4724500" y="457200"/>
            <a:ext cx="2506500" cy="272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9pPr>
          </a:lstStyle>
          <a:p/>
        </p:txBody>
      </p:sp>
      <p:sp>
        <p:nvSpPr>
          <p:cNvPr id="363" name="Google Shape;363;p50"/>
          <p:cNvSpPr txBox="1"/>
          <p:nvPr>
            <p:ph idx="3" type="subTitle"/>
          </p:nvPr>
        </p:nvSpPr>
        <p:spPr>
          <a:xfrm>
            <a:off x="7494500" y="457200"/>
            <a:ext cx="1192500" cy="272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2000"/>
              <a:buFont typeface="IBM Plex Sans Light"/>
              <a:buNone/>
              <a:defRPr sz="2000">
                <a:latin typeface="IBM Plex Sans Light"/>
                <a:ea typeface="IBM Plex Sans Light"/>
                <a:cs typeface="IBM Plex Sans Light"/>
                <a:sym typeface="IBM Plex Sans Light"/>
              </a:defRPr>
            </a:lvl9pPr>
          </a:lstStyle>
          <a:p/>
        </p:txBody>
      </p:sp>
      <p:sp>
        <p:nvSpPr>
          <p:cNvPr id="364" name="Google Shape;364;p50"/>
          <p:cNvSpPr txBox="1"/>
          <p:nvPr>
            <p:ph idx="4" type="body"/>
          </p:nvPr>
        </p:nvSpPr>
        <p:spPr>
          <a:xfrm>
            <a:off x="342925" y="3553200"/>
            <a:ext cx="4068000" cy="101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365" name="Google Shape;365;p50"/>
          <p:cNvSpPr txBox="1"/>
          <p:nvPr>
            <p:ph idx="5" type="body"/>
          </p:nvPr>
        </p:nvSpPr>
        <p:spPr>
          <a:xfrm>
            <a:off x="4724500" y="3553200"/>
            <a:ext cx="2506500" cy="101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366" name="Google Shape;366;p50"/>
          <p:cNvSpPr txBox="1"/>
          <p:nvPr>
            <p:ph idx="6" type="body"/>
          </p:nvPr>
        </p:nvSpPr>
        <p:spPr>
          <a:xfrm>
            <a:off x="7494400" y="3553200"/>
            <a:ext cx="1192500" cy="101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367" name="Google Shape;367;p50"/>
          <p:cNvSpPr txBox="1"/>
          <p:nvPr>
            <p:ph idx="7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9pPr>
          </a:lstStyle>
          <a:p/>
        </p:txBody>
      </p:sp>
      <p:sp>
        <p:nvSpPr>
          <p:cNvPr id="368" name="Google Shape;368;p50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9" name="Google Shape;369;p50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llage elements">
  <p:cSld name="CUSTOM_5"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51"/>
          <p:cNvSpPr txBox="1"/>
          <p:nvPr>
            <p:ph type="title"/>
          </p:nvPr>
        </p:nvSpPr>
        <p:spPr>
          <a:xfrm>
            <a:off x="342900" y="452925"/>
            <a:ext cx="8354400" cy="150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372" name="Google Shape;372;p51"/>
          <p:cNvSpPr txBox="1"/>
          <p:nvPr>
            <p:ph idx="1" type="subTitle"/>
          </p:nvPr>
        </p:nvSpPr>
        <p:spPr>
          <a:xfrm>
            <a:off x="342900" y="3868525"/>
            <a:ext cx="1953300" cy="259200"/>
          </a:xfrm>
          <a:prstGeom prst="rect">
            <a:avLst/>
          </a:prstGeom>
        </p:spPr>
        <p:txBody>
          <a:bodyPr anchorCtr="0" anchor="t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IBM Plex Sans Medium"/>
              <a:buNone/>
              <a:defRPr sz="800"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/>
        </p:txBody>
      </p:sp>
      <p:sp>
        <p:nvSpPr>
          <p:cNvPr id="373" name="Google Shape;373;p51"/>
          <p:cNvSpPr txBox="1"/>
          <p:nvPr>
            <p:ph idx="2" type="subTitle"/>
          </p:nvPr>
        </p:nvSpPr>
        <p:spPr>
          <a:xfrm>
            <a:off x="2473100" y="3868525"/>
            <a:ext cx="1953300" cy="259200"/>
          </a:xfrm>
          <a:prstGeom prst="rect">
            <a:avLst/>
          </a:prstGeom>
        </p:spPr>
        <p:txBody>
          <a:bodyPr anchorCtr="0" anchor="t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IBM Plex Sans Medium"/>
              <a:buNone/>
              <a:defRPr sz="800"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/>
        </p:txBody>
      </p:sp>
      <p:sp>
        <p:nvSpPr>
          <p:cNvPr id="374" name="Google Shape;374;p51"/>
          <p:cNvSpPr txBox="1"/>
          <p:nvPr>
            <p:ph idx="3" type="subTitle"/>
          </p:nvPr>
        </p:nvSpPr>
        <p:spPr>
          <a:xfrm>
            <a:off x="4603300" y="3868525"/>
            <a:ext cx="1953300" cy="259200"/>
          </a:xfrm>
          <a:prstGeom prst="rect">
            <a:avLst/>
          </a:prstGeom>
        </p:spPr>
        <p:txBody>
          <a:bodyPr anchorCtr="0" anchor="t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IBM Plex Sans Medium"/>
              <a:buNone/>
              <a:defRPr sz="800"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/>
        </p:txBody>
      </p:sp>
      <p:sp>
        <p:nvSpPr>
          <p:cNvPr id="375" name="Google Shape;375;p51"/>
          <p:cNvSpPr txBox="1"/>
          <p:nvPr>
            <p:ph idx="4" type="subTitle"/>
          </p:nvPr>
        </p:nvSpPr>
        <p:spPr>
          <a:xfrm>
            <a:off x="6733500" y="3868525"/>
            <a:ext cx="1953300" cy="259200"/>
          </a:xfrm>
          <a:prstGeom prst="rect">
            <a:avLst/>
          </a:prstGeom>
        </p:spPr>
        <p:txBody>
          <a:bodyPr anchorCtr="0" anchor="t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IBM Plex Sans Medium"/>
              <a:buNone/>
              <a:defRPr sz="800"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Font typeface="IBM Plex Sans Medium"/>
              <a:buNone/>
              <a:defRPr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/>
        </p:txBody>
      </p:sp>
      <p:sp>
        <p:nvSpPr>
          <p:cNvPr id="376" name="Google Shape;376;p51"/>
          <p:cNvSpPr txBox="1"/>
          <p:nvPr>
            <p:ph idx="5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1pPr>
            <a:lvl2pPr lvl="1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800"/>
              <a:buFont typeface="IBM Plex Mono Light"/>
              <a:buNone/>
              <a:defRPr sz="800">
                <a:latin typeface="IBM Plex Mono Light"/>
                <a:ea typeface="IBM Plex Mono Light"/>
                <a:cs typeface="IBM Plex Mono Light"/>
                <a:sym typeface="IBM Plex Mono Light"/>
              </a:defRPr>
            </a:lvl9pPr>
          </a:lstStyle>
          <a:p/>
        </p:txBody>
      </p:sp>
      <p:sp>
        <p:nvSpPr>
          <p:cNvPr id="377" name="Google Shape;377;p51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8" name="Google Shape;378;p51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USTOM_9"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52"/>
          <p:cNvSpPr txBox="1"/>
          <p:nvPr>
            <p:ph idx="1" type="body"/>
          </p:nvPr>
        </p:nvSpPr>
        <p:spPr>
          <a:xfrm>
            <a:off x="457200" y="3899675"/>
            <a:ext cx="5192400" cy="669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5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5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5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500"/>
              </a:spcBef>
              <a:spcAft>
                <a:spcPts val="5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1" name="Google Shape;381;p52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rtl="0" algn="r">
              <a:buNone/>
              <a:defRPr sz="8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2" name="Google Shape;382;p52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31.xml"/><Relationship Id="rId41" Type="http://schemas.openxmlformats.org/officeDocument/2006/relationships/theme" Target="../theme/theme3.xml"/><Relationship Id="rId22" Type="http://schemas.openxmlformats.org/officeDocument/2006/relationships/slideLayout" Target="../slideLayouts/slideLayout33.xml"/><Relationship Id="rId21" Type="http://schemas.openxmlformats.org/officeDocument/2006/relationships/slideLayout" Target="../slideLayouts/slideLayout32.xml"/><Relationship Id="rId24" Type="http://schemas.openxmlformats.org/officeDocument/2006/relationships/slideLayout" Target="../slideLayouts/slideLayout35.xml"/><Relationship Id="rId23" Type="http://schemas.openxmlformats.org/officeDocument/2006/relationships/slideLayout" Target="../slideLayouts/slideLayout34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26" Type="http://schemas.openxmlformats.org/officeDocument/2006/relationships/slideLayout" Target="../slideLayouts/slideLayout37.xml"/><Relationship Id="rId25" Type="http://schemas.openxmlformats.org/officeDocument/2006/relationships/slideLayout" Target="../slideLayouts/slideLayout36.xml"/><Relationship Id="rId28" Type="http://schemas.openxmlformats.org/officeDocument/2006/relationships/slideLayout" Target="../slideLayouts/slideLayout39.xml"/><Relationship Id="rId27" Type="http://schemas.openxmlformats.org/officeDocument/2006/relationships/slideLayout" Target="../slideLayouts/slideLayout38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29" Type="http://schemas.openxmlformats.org/officeDocument/2006/relationships/slideLayout" Target="../slideLayouts/slideLayout40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42.xml"/><Relationship Id="rId30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2.xml"/><Relationship Id="rId33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21.xml"/><Relationship Id="rId32" Type="http://schemas.openxmlformats.org/officeDocument/2006/relationships/slideLayout" Target="../slideLayouts/slideLayout43.xml"/><Relationship Id="rId13" Type="http://schemas.openxmlformats.org/officeDocument/2006/relationships/slideLayout" Target="../slideLayouts/slideLayout24.xml"/><Relationship Id="rId35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23.xml"/><Relationship Id="rId34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26.xml"/><Relationship Id="rId37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25.xml"/><Relationship Id="rId36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28.xml"/><Relationship Id="rId39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27.xml"/><Relationship Id="rId38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8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IBM Plex Sans Light"/>
              <a:buNone/>
              <a:defRPr sz="42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IBM Plex Sans Light"/>
              <a:buNone/>
              <a:defRPr sz="42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IBM Plex Sans Light"/>
              <a:buNone/>
              <a:defRPr sz="42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IBM Plex Sans Light"/>
              <a:buNone/>
              <a:defRPr sz="42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IBM Plex Sans Light"/>
              <a:buNone/>
              <a:defRPr sz="42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IBM Plex Sans Light"/>
              <a:buNone/>
              <a:defRPr sz="42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IBM Plex Sans Light"/>
              <a:buNone/>
              <a:defRPr sz="42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IBM Plex Sans Light"/>
              <a:buNone/>
              <a:defRPr sz="42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IBM Plex Sans Light"/>
              <a:buNone/>
              <a:defRPr sz="42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2505000"/>
            <a:ext cx="8520600" cy="20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Light"/>
              <a:buChar char="●"/>
              <a:defRPr sz="12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1pPr>
            <a:lvl2pPr indent="-304800" lvl="1" marL="91440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Light"/>
              <a:buChar char="○"/>
              <a:defRPr sz="12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2pPr>
            <a:lvl3pPr indent="-304800" lvl="2" marL="137160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Light"/>
              <a:buChar char="■"/>
              <a:defRPr sz="12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3pPr>
            <a:lvl4pPr indent="-304800" lvl="3" marL="182880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Light"/>
              <a:buChar char="●"/>
              <a:defRPr sz="12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4pPr>
            <a:lvl5pPr indent="-304800" lvl="4" marL="228600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Light"/>
              <a:buChar char="○"/>
              <a:defRPr sz="12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5pPr>
            <a:lvl6pPr indent="-304800" lvl="5" marL="274320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Light"/>
              <a:buChar char="■"/>
              <a:defRPr sz="12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6pPr>
            <a:lvl7pPr indent="-304800" lvl="6" marL="320040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Light"/>
              <a:buChar char="●"/>
              <a:defRPr sz="12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7pPr>
            <a:lvl8pPr indent="-304800" lvl="7" marL="365760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Light"/>
              <a:buChar char="○"/>
              <a:defRPr sz="12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8pPr>
            <a:lvl9pPr indent="-304800" lvl="8" marL="4114800">
              <a:lnSpc>
                <a:spcPct val="110000"/>
              </a:lnSpc>
              <a:spcBef>
                <a:spcPts val="50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IBM Plex Sans Light"/>
              <a:buChar char="■"/>
              <a:defRPr sz="12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buNone/>
              <a:defRPr sz="13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1pPr>
            <a:lvl2pPr lvl="1" rtl="0" algn="r">
              <a:buNone/>
              <a:defRPr sz="13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2pPr>
            <a:lvl3pPr lvl="2" rtl="0" algn="r">
              <a:buNone/>
              <a:defRPr sz="13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3pPr>
            <a:lvl4pPr lvl="3" rtl="0" algn="r">
              <a:buNone/>
              <a:defRPr sz="13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4pPr>
            <a:lvl5pPr lvl="4" rtl="0" algn="r">
              <a:buNone/>
              <a:defRPr sz="13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5pPr>
            <a:lvl6pPr lvl="5" rtl="0" algn="r">
              <a:buNone/>
              <a:defRPr sz="13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6pPr>
            <a:lvl7pPr lvl="6" rtl="0" algn="r">
              <a:buNone/>
              <a:defRPr sz="13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7pPr>
            <a:lvl8pPr lvl="7" rtl="0" algn="r">
              <a:buNone/>
              <a:defRPr sz="13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8pPr>
            <a:lvl9pPr lvl="8" rtl="0" algn="r">
              <a:buNone/>
              <a:defRPr sz="1300">
                <a:solidFill>
                  <a:schemeClr val="dk1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  <p:sldLayoutId id="2147483698" r:id="rId4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16">
          <p15:clr>
            <a:srgbClr val="E46962"/>
          </p15:clr>
        </p15:guide>
        <p15:guide id="2" pos="288">
          <p15:clr>
            <a:srgbClr val="E46962"/>
          </p15:clr>
        </p15:guide>
        <p15:guide id="3" orient="horz" pos="288">
          <p15:clr>
            <a:srgbClr val="E46962"/>
          </p15:clr>
        </p15:guide>
        <p15:guide id="4" pos="5472">
          <p15:clr>
            <a:srgbClr val="E46962"/>
          </p15:clr>
        </p15:guide>
        <p15:guide id="5" orient="horz" pos="2878">
          <p15:clr>
            <a:srgbClr val="E46962"/>
          </p15:clr>
        </p15:guide>
        <p15:guide id="6" pos="5544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54"/>
          <p:cNvSpPr/>
          <p:nvPr/>
        </p:nvSpPr>
        <p:spPr>
          <a:xfrm>
            <a:off x="5382871" y="685800"/>
            <a:ext cx="3432000" cy="3432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1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389" name="Google Shape;389;p54"/>
          <p:cNvSpPr/>
          <p:nvPr>
            <p:ph idx="2" type="pic"/>
          </p:nvPr>
        </p:nvSpPr>
        <p:spPr>
          <a:xfrm>
            <a:off x="5168071" y="1099500"/>
            <a:ext cx="3233100" cy="3233100"/>
          </a:xfrm>
          <a:prstGeom prst="rect">
            <a:avLst/>
          </a:prstGeom>
          <a:noFill/>
          <a:ln>
            <a:noFill/>
          </a:ln>
        </p:spPr>
      </p:sp>
      <p:sp>
        <p:nvSpPr>
          <p:cNvPr id="390" name="Google Shape;390;p54"/>
          <p:cNvSpPr/>
          <p:nvPr/>
        </p:nvSpPr>
        <p:spPr>
          <a:xfrm flipH="1">
            <a:off x="8686802" y="4860600"/>
            <a:ext cx="118500" cy="11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54"/>
          <p:cNvSpPr txBox="1"/>
          <p:nvPr>
            <p:ph type="title"/>
          </p:nvPr>
        </p:nvSpPr>
        <p:spPr>
          <a:xfrm>
            <a:off x="342899" y="1178275"/>
            <a:ext cx="4029300" cy="88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ImageLab v2</a:t>
            </a:r>
            <a:endParaRPr sz="4800"/>
          </a:p>
        </p:txBody>
      </p:sp>
      <p:sp>
        <p:nvSpPr>
          <p:cNvPr id="392" name="Google Shape;392;p54"/>
          <p:cNvSpPr txBox="1"/>
          <p:nvPr>
            <p:ph idx="1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CMPS4191 Advanced Web Technologies Test 2</a:t>
            </a:r>
            <a:endParaRPr/>
          </a:p>
        </p:txBody>
      </p:sp>
      <p:sp>
        <p:nvSpPr>
          <p:cNvPr id="393" name="Google Shape;393;p54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394" name="Google Shape;394;p54"/>
          <p:cNvGrpSpPr/>
          <p:nvPr/>
        </p:nvGrpSpPr>
        <p:grpSpPr>
          <a:xfrm>
            <a:off x="4774042" y="1499600"/>
            <a:ext cx="324300" cy="1072150"/>
            <a:chOff x="8278241" y="2502000"/>
            <a:chExt cx="324300" cy="1072150"/>
          </a:xfrm>
        </p:grpSpPr>
        <p:sp>
          <p:nvSpPr>
            <p:cNvPr id="395" name="Google Shape;395;p54"/>
            <p:cNvSpPr/>
            <p:nvPr/>
          </p:nvSpPr>
          <p:spPr>
            <a:xfrm>
              <a:off x="8278241" y="2502000"/>
              <a:ext cx="324300" cy="280500"/>
            </a:xfrm>
            <a:prstGeom prst="triangle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" name="Google Shape;396;p54"/>
            <p:cNvSpPr/>
            <p:nvPr/>
          </p:nvSpPr>
          <p:spPr>
            <a:xfrm>
              <a:off x="8278241" y="2897825"/>
              <a:ext cx="324300" cy="280500"/>
            </a:xfrm>
            <a:prstGeom prst="triangle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" name="Google Shape;397;p54"/>
            <p:cNvSpPr/>
            <p:nvPr/>
          </p:nvSpPr>
          <p:spPr>
            <a:xfrm>
              <a:off x="8278241" y="3293650"/>
              <a:ext cx="324300" cy="280500"/>
            </a:xfrm>
            <a:prstGeom prst="triangle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8" name="Google Shape;398;p54"/>
          <p:cNvSpPr/>
          <p:nvPr/>
        </p:nvSpPr>
        <p:spPr>
          <a:xfrm>
            <a:off x="8159021" y="828775"/>
            <a:ext cx="507300" cy="507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99" name="Google Shape;399;p54"/>
          <p:cNvGrpSpPr/>
          <p:nvPr/>
        </p:nvGrpSpPr>
        <p:grpSpPr>
          <a:xfrm>
            <a:off x="4523477" y="3825218"/>
            <a:ext cx="574985" cy="507291"/>
            <a:chOff x="6107475" y="4573475"/>
            <a:chExt cx="594300" cy="501771"/>
          </a:xfrm>
        </p:grpSpPr>
        <p:sp>
          <p:nvSpPr>
            <p:cNvPr id="400" name="Google Shape;400;p54"/>
            <p:cNvSpPr/>
            <p:nvPr/>
          </p:nvSpPr>
          <p:spPr>
            <a:xfrm>
              <a:off x="6107475" y="4573475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" name="Google Shape;401;p54"/>
            <p:cNvSpPr/>
            <p:nvPr/>
          </p:nvSpPr>
          <p:spPr>
            <a:xfrm>
              <a:off x="6244650" y="4573475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" name="Google Shape;402;p54"/>
            <p:cNvSpPr/>
            <p:nvPr/>
          </p:nvSpPr>
          <p:spPr>
            <a:xfrm>
              <a:off x="6381825" y="4573475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" name="Google Shape;403;p54"/>
            <p:cNvSpPr/>
            <p:nvPr/>
          </p:nvSpPr>
          <p:spPr>
            <a:xfrm>
              <a:off x="6519000" y="4573475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" name="Google Shape;404;p54"/>
            <p:cNvSpPr/>
            <p:nvPr/>
          </p:nvSpPr>
          <p:spPr>
            <a:xfrm>
              <a:off x="6656175" y="4573475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" name="Google Shape;405;p54"/>
            <p:cNvSpPr/>
            <p:nvPr/>
          </p:nvSpPr>
          <p:spPr>
            <a:xfrm>
              <a:off x="6107475" y="4688165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" name="Google Shape;406;p54"/>
            <p:cNvSpPr/>
            <p:nvPr/>
          </p:nvSpPr>
          <p:spPr>
            <a:xfrm>
              <a:off x="6244650" y="4688165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" name="Google Shape;407;p54"/>
            <p:cNvSpPr/>
            <p:nvPr/>
          </p:nvSpPr>
          <p:spPr>
            <a:xfrm>
              <a:off x="6381825" y="4688165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" name="Google Shape;408;p54"/>
            <p:cNvSpPr/>
            <p:nvPr/>
          </p:nvSpPr>
          <p:spPr>
            <a:xfrm>
              <a:off x="6519000" y="4688165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" name="Google Shape;409;p54"/>
            <p:cNvSpPr/>
            <p:nvPr/>
          </p:nvSpPr>
          <p:spPr>
            <a:xfrm>
              <a:off x="6656175" y="4688165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" name="Google Shape;410;p54"/>
            <p:cNvSpPr/>
            <p:nvPr/>
          </p:nvSpPr>
          <p:spPr>
            <a:xfrm>
              <a:off x="6107475" y="4800267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" name="Google Shape;411;p54"/>
            <p:cNvSpPr/>
            <p:nvPr/>
          </p:nvSpPr>
          <p:spPr>
            <a:xfrm>
              <a:off x="6244650" y="4800267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" name="Google Shape;412;p54"/>
            <p:cNvSpPr/>
            <p:nvPr/>
          </p:nvSpPr>
          <p:spPr>
            <a:xfrm>
              <a:off x="6381825" y="4800267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" name="Google Shape;413;p54"/>
            <p:cNvSpPr/>
            <p:nvPr/>
          </p:nvSpPr>
          <p:spPr>
            <a:xfrm>
              <a:off x="6519000" y="4800267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" name="Google Shape;414;p54"/>
            <p:cNvSpPr/>
            <p:nvPr/>
          </p:nvSpPr>
          <p:spPr>
            <a:xfrm>
              <a:off x="6656175" y="4800267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" name="Google Shape;415;p54"/>
            <p:cNvSpPr/>
            <p:nvPr/>
          </p:nvSpPr>
          <p:spPr>
            <a:xfrm>
              <a:off x="6107475" y="4914957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" name="Google Shape;416;p54"/>
            <p:cNvSpPr/>
            <p:nvPr/>
          </p:nvSpPr>
          <p:spPr>
            <a:xfrm>
              <a:off x="6244650" y="4914957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" name="Google Shape;417;p54"/>
            <p:cNvSpPr/>
            <p:nvPr/>
          </p:nvSpPr>
          <p:spPr>
            <a:xfrm>
              <a:off x="6381825" y="4914957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" name="Google Shape;418;p54"/>
            <p:cNvSpPr/>
            <p:nvPr/>
          </p:nvSpPr>
          <p:spPr>
            <a:xfrm>
              <a:off x="6519000" y="4914957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" name="Google Shape;419;p54"/>
            <p:cNvSpPr/>
            <p:nvPr/>
          </p:nvSpPr>
          <p:spPr>
            <a:xfrm>
              <a:off x="6656175" y="4914957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" name="Google Shape;420;p54"/>
            <p:cNvSpPr/>
            <p:nvPr/>
          </p:nvSpPr>
          <p:spPr>
            <a:xfrm>
              <a:off x="6107475" y="5029646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" name="Google Shape;421;p54"/>
            <p:cNvSpPr/>
            <p:nvPr/>
          </p:nvSpPr>
          <p:spPr>
            <a:xfrm>
              <a:off x="6244650" y="5029646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" name="Google Shape;422;p54"/>
            <p:cNvSpPr/>
            <p:nvPr/>
          </p:nvSpPr>
          <p:spPr>
            <a:xfrm>
              <a:off x="6381825" y="5029646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3" name="Google Shape;423;p54"/>
            <p:cNvSpPr/>
            <p:nvPr/>
          </p:nvSpPr>
          <p:spPr>
            <a:xfrm>
              <a:off x="6519000" y="5029646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" name="Google Shape;424;p54"/>
            <p:cNvSpPr/>
            <p:nvPr/>
          </p:nvSpPr>
          <p:spPr>
            <a:xfrm>
              <a:off x="6656175" y="5029646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425" name="Google Shape;425;p54"/>
          <p:cNvPicPr preferRelativeResize="0"/>
          <p:nvPr>
            <p:ph idx="3" type="pic"/>
          </p:nvPr>
        </p:nvPicPr>
        <p:blipFill rotWithShape="1">
          <a:blip r:embed="rId3">
            <a:alphaModFix/>
          </a:blip>
          <a:srcRect b="0" l="23822" r="23822" t="0"/>
          <a:stretch/>
        </p:blipFill>
        <p:spPr>
          <a:xfrm>
            <a:off x="5168071" y="1099500"/>
            <a:ext cx="3233100" cy="32331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426" name="Google Shape;426;p54"/>
          <p:cNvSpPr txBox="1"/>
          <p:nvPr>
            <p:ph idx="4294967295" type="subTitle"/>
          </p:nvPr>
        </p:nvSpPr>
        <p:spPr>
          <a:xfrm>
            <a:off x="342900" y="2633855"/>
            <a:ext cx="2937300" cy="25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October 28, 2026</a:t>
            </a:r>
            <a:endParaRPr/>
          </a:p>
        </p:txBody>
      </p:sp>
      <p:sp>
        <p:nvSpPr>
          <p:cNvPr id="427" name="Google Shape;427;p54"/>
          <p:cNvSpPr txBox="1"/>
          <p:nvPr>
            <p:ph idx="4294967295" type="subTitle"/>
          </p:nvPr>
        </p:nvSpPr>
        <p:spPr>
          <a:xfrm>
            <a:off x="342900" y="2385989"/>
            <a:ext cx="2937300" cy="25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 sz="1200"/>
              <a:t>Andres Hung &amp; Jennessa Sierra</a:t>
            </a:r>
            <a:endParaRPr sz="1200"/>
          </a:p>
        </p:txBody>
      </p:sp>
      <p:sp>
        <p:nvSpPr>
          <p:cNvPr id="428" name="Google Shape;428;p54"/>
          <p:cNvSpPr txBox="1"/>
          <p:nvPr>
            <p:ph idx="4294967295" type="subTitle"/>
          </p:nvPr>
        </p:nvSpPr>
        <p:spPr>
          <a:xfrm>
            <a:off x="342900" y="2061475"/>
            <a:ext cx="4029300" cy="400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 sz="1200"/>
              <a:t>CMPS4191 Advanced Web Technologies Test 2</a:t>
            </a:r>
            <a:endParaRPr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55"/>
          <p:cNvSpPr txBox="1"/>
          <p:nvPr>
            <p:ph type="title"/>
          </p:nvPr>
        </p:nvSpPr>
        <p:spPr>
          <a:xfrm>
            <a:off x="342900" y="457200"/>
            <a:ext cx="8458200" cy="6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IBM Plex Sans SemiBold"/>
                <a:ea typeface="IBM Plex Sans SemiBold"/>
                <a:cs typeface="IBM Plex Sans SemiBold"/>
                <a:sym typeface="IBM Plex Sans SemiBold"/>
              </a:rPr>
              <a:t>SHORT + LONG POLLING</a:t>
            </a:r>
            <a:r>
              <a:rPr lang="en">
                <a:latin typeface="IBM Plex Sans SemiBold"/>
                <a:ea typeface="IBM Plex Sans SemiBold"/>
                <a:cs typeface="IBM Plex Sans SemiBold"/>
                <a:sym typeface="IBM Plex Sans SemiBold"/>
              </a:rPr>
              <a:t> </a:t>
            </a:r>
            <a:endParaRPr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434" name="Google Shape;434;p55"/>
          <p:cNvSpPr txBox="1"/>
          <p:nvPr>
            <p:ph idx="1" type="subTitle"/>
          </p:nvPr>
        </p:nvSpPr>
        <p:spPr>
          <a:xfrm>
            <a:off x="645275" y="1712737"/>
            <a:ext cx="24150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 sz="1200">
                <a:latin typeface="IBM Plex Mono SemiBold"/>
                <a:ea typeface="IBM Plex Mono SemiBold"/>
                <a:cs typeface="IBM Plex Mono SemiBold"/>
                <a:sym typeface="IBM Plex Mono SemiBold"/>
              </a:rPr>
              <a:t>SHORT/LONG POLLING MODES</a:t>
            </a:r>
            <a:endParaRPr sz="1200">
              <a:latin typeface="IBM Plex Mono SemiBold"/>
              <a:ea typeface="IBM Plex Mono SemiBold"/>
              <a:cs typeface="IBM Plex Mono SemiBold"/>
              <a:sym typeface="IBM Plex Mono SemiBold"/>
            </a:endParaRPr>
          </a:p>
        </p:txBody>
      </p:sp>
      <p:sp>
        <p:nvSpPr>
          <p:cNvPr id="435" name="Google Shape;435;p55"/>
          <p:cNvSpPr txBox="1"/>
          <p:nvPr>
            <p:ph idx="2" type="body"/>
          </p:nvPr>
        </p:nvSpPr>
        <p:spPr>
          <a:xfrm>
            <a:off x="342975" y="2069876"/>
            <a:ext cx="2717400" cy="8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"/>
              <a:t>Changeable modes from the UI. Long polling returns</a:t>
            </a:r>
            <a:r>
              <a:rPr lang="en"/>
              <a:t> </a:t>
            </a:r>
            <a:r>
              <a:rPr b="1" lang="en">
                <a:latin typeface="IBM Plex Sans"/>
                <a:ea typeface="IBM Plex Sans"/>
                <a:cs typeface="IBM Plex Sans"/>
                <a:sym typeface="IBM Plex Sans"/>
              </a:rPr>
              <a:t>204 No Content</a:t>
            </a:r>
            <a:r>
              <a:rPr lang="en"/>
              <a:t> when the Wait query parameter expires.</a:t>
            </a:r>
            <a:endParaRPr/>
          </a:p>
        </p:txBody>
      </p:sp>
      <p:sp>
        <p:nvSpPr>
          <p:cNvPr id="436" name="Google Shape;436;p55"/>
          <p:cNvSpPr txBox="1"/>
          <p:nvPr>
            <p:ph idx="3" type="subTitle"/>
          </p:nvPr>
        </p:nvSpPr>
        <p:spPr>
          <a:xfrm>
            <a:off x="3515600" y="1712737"/>
            <a:ext cx="24150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 sz="1200">
                <a:latin typeface="IBM Plex Mono SemiBold"/>
                <a:ea typeface="IBM Plex Mono SemiBold"/>
                <a:cs typeface="IBM Plex Mono SemiBold"/>
                <a:sym typeface="IBM Plex Mono SemiBold"/>
              </a:rPr>
              <a:t>LONG POLLING PARAMS</a:t>
            </a:r>
            <a:endParaRPr sz="1200">
              <a:latin typeface="IBM Plex Mono SemiBold"/>
              <a:ea typeface="IBM Plex Mono SemiBold"/>
              <a:cs typeface="IBM Plex Mono SemiBold"/>
              <a:sym typeface="IBM Plex Mono SemiBold"/>
            </a:endParaRPr>
          </a:p>
        </p:txBody>
      </p:sp>
      <p:sp>
        <p:nvSpPr>
          <p:cNvPr id="437" name="Google Shape;437;p55"/>
          <p:cNvSpPr txBox="1"/>
          <p:nvPr>
            <p:ph idx="4" type="body"/>
          </p:nvPr>
        </p:nvSpPr>
        <p:spPr>
          <a:xfrm>
            <a:off x="3213300" y="2069876"/>
            <a:ext cx="2717400" cy="8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"/>
              <a:t>Query parameters </a:t>
            </a:r>
            <a:r>
              <a:rPr b="1" lang="en">
                <a:latin typeface="IBM Plex Sans"/>
                <a:ea typeface="IBM Plex Sans"/>
                <a:cs typeface="IBM Plex Sans"/>
                <a:sym typeface="IBM Plex Sans"/>
              </a:rPr>
              <a:t>after</a:t>
            </a:r>
            <a:r>
              <a:rPr lang="en"/>
              <a:t> and </a:t>
            </a:r>
            <a:r>
              <a:rPr b="1" lang="en">
                <a:latin typeface="IBM Plex Sans"/>
                <a:ea typeface="IBM Plex Sans"/>
                <a:cs typeface="IBM Plex Sans"/>
                <a:sym typeface="IBM Plex Sans"/>
              </a:rPr>
              <a:t>wait</a:t>
            </a:r>
            <a:r>
              <a:rPr lang="en"/>
              <a:t> control for the </a:t>
            </a:r>
            <a:r>
              <a:rPr b="1" lang="en">
                <a:latin typeface="IBM Plex Sans"/>
                <a:ea typeface="IBM Plex Sans"/>
                <a:cs typeface="IBM Plex Sans"/>
                <a:sym typeface="IBM Plex Sans"/>
              </a:rPr>
              <a:t>GET /v1/jobs{id}</a:t>
            </a:r>
            <a:r>
              <a:rPr lang="en"/>
              <a:t> route implement and configure long polling.</a:t>
            </a:r>
            <a:endParaRPr/>
          </a:p>
        </p:txBody>
      </p:sp>
      <p:sp>
        <p:nvSpPr>
          <p:cNvPr id="438" name="Google Shape;438;p55"/>
          <p:cNvSpPr txBox="1"/>
          <p:nvPr>
            <p:ph idx="5" type="subTitle"/>
          </p:nvPr>
        </p:nvSpPr>
        <p:spPr>
          <a:xfrm>
            <a:off x="6385925" y="1712737"/>
            <a:ext cx="24150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IBM Plex Mono SemiBold"/>
                <a:ea typeface="IBM Plex Mono SemiBold"/>
                <a:cs typeface="IBM Plex Mono SemiBold"/>
                <a:sym typeface="IBM Plex Mono SemiBold"/>
              </a:rPr>
              <a:t>JOB VERSION TRACKING</a:t>
            </a:r>
            <a:endParaRPr sz="1200">
              <a:latin typeface="IBM Plex Mono SemiBold"/>
              <a:ea typeface="IBM Plex Mono SemiBold"/>
              <a:cs typeface="IBM Plex Mono SemiBold"/>
              <a:sym typeface="IBM Plex Mono SemiBold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IBM Plex Mono SemiBold"/>
              <a:ea typeface="IBM Plex Mono SemiBold"/>
              <a:cs typeface="IBM Plex Mono SemiBold"/>
              <a:sym typeface="IBM Plex Mono SemiBold"/>
            </a:endParaRPr>
          </a:p>
          <a:p>
            <a:pPr indent="0" lvl="0" marL="0" rtl="0" algn="l">
              <a:spcBef>
                <a:spcPts val="400"/>
              </a:spcBef>
              <a:spcAft>
                <a:spcPts val="400"/>
              </a:spcAft>
              <a:buNone/>
            </a:pPr>
            <a:r>
              <a:t/>
            </a:r>
            <a:endParaRPr sz="1200">
              <a:latin typeface="IBM Plex Mono SemiBold"/>
              <a:ea typeface="IBM Plex Mono SemiBold"/>
              <a:cs typeface="IBM Plex Mono SemiBold"/>
              <a:sym typeface="IBM Plex Mono SemiBold"/>
            </a:endParaRPr>
          </a:p>
        </p:txBody>
      </p:sp>
      <p:sp>
        <p:nvSpPr>
          <p:cNvPr id="439" name="Google Shape;439;p55"/>
          <p:cNvSpPr txBox="1"/>
          <p:nvPr>
            <p:ph idx="6" type="body"/>
          </p:nvPr>
        </p:nvSpPr>
        <p:spPr>
          <a:xfrm>
            <a:off x="6083625" y="2069875"/>
            <a:ext cx="2922600" cy="9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"/>
              <a:t>Job version field implements the </a:t>
            </a:r>
            <a:r>
              <a:rPr b="1" lang="en">
                <a:latin typeface="IBM Plex Sans"/>
                <a:ea typeface="IBM Plex Sans"/>
                <a:cs typeface="IBM Plex Sans"/>
                <a:sym typeface="IBM Plex Sans"/>
              </a:rPr>
              <a:t>Counter + Version approach</a:t>
            </a:r>
            <a:r>
              <a:rPr lang="en"/>
              <a:t>. Simulated version exists for testing only.</a:t>
            </a:r>
            <a:endParaRPr/>
          </a:p>
        </p:txBody>
      </p:sp>
      <p:sp>
        <p:nvSpPr>
          <p:cNvPr id="440" name="Google Shape;440;p55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1" name="Google Shape;441;p55"/>
          <p:cNvSpPr/>
          <p:nvPr/>
        </p:nvSpPr>
        <p:spPr>
          <a:xfrm>
            <a:off x="453727" y="1815947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55"/>
          <p:cNvSpPr/>
          <p:nvPr/>
        </p:nvSpPr>
        <p:spPr>
          <a:xfrm>
            <a:off x="3324052" y="1815947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55"/>
          <p:cNvSpPr/>
          <p:nvPr/>
        </p:nvSpPr>
        <p:spPr>
          <a:xfrm>
            <a:off x="6194377" y="1815947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44" name="Google Shape;444;p55"/>
          <p:cNvCxnSpPr/>
          <p:nvPr/>
        </p:nvCxnSpPr>
        <p:spPr>
          <a:xfrm>
            <a:off x="342977" y="4606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45" name="Google Shape;445;p55"/>
          <p:cNvCxnSpPr/>
          <p:nvPr/>
        </p:nvCxnSpPr>
        <p:spPr>
          <a:xfrm>
            <a:off x="342977" y="1191996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46" name="Google Shape;446;p55"/>
          <p:cNvCxnSpPr/>
          <p:nvPr/>
        </p:nvCxnSpPr>
        <p:spPr>
          <a:xfrm>
            <a:off x="342977" y="45689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47" name="Google Shape;447;p55"/>
          <p:cNvSpPr txBox="1"/>
          <p:nvPr/>
        </p:nvSpPr>
        <p:spPr>
          <a:xfrm>
            <a:off x="342900" y="4709700"/>
            <a:ext cx="300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 sz="800">
                <a:solidFill>
                  <a:schemeClr val="dk1"/>
                </a:solidFill>
                <a:latin typeface="IBM Plex Mono Light"/>
                <a:ea typeface="IBM Plex Mono Light"/>
                <a:cs typeface="IBM Plex Mono Light"/>
                <a:sym typeface="IBM Plex Mono Light"/>
              </a:rPr>
              <a:t>CMPS4191 Advanced Web Technologies Test 2</a:t>
            </a:r>
            <a:endParaRPr sz="800">
              <a:solidFill>
                <a:schemeClr val="dk1"/>
              </a:solidFill>
              <a:latin typeface="IBM Plex Mono Light"/>
              <a:ea typeface="IBM Plex Mono Light"/>
              <a:cs typeface="IBM Plex Mono Light"/>
              <a:sym typeface="IBM Plex Mono Light"/>
            </a:endParaRPr>
          </a:p>
        </p:txBody>
      </p:sp>
      <p:sp>
        <p:nvSpPr>
          <p:cNvPr id="448" name="Google Shape;448;p55"/>
          <p:cNvSpPr txBox="1"/>
          <p:nvPr>
            <p:ph idx="1" type="subTitle"/>
          </p:nvPr>
        </p:nvSpPr>
        <p:spPr>
          <a:xfrm>
            <a:off x="342975" y="1303100"/>
            <a:ext cx="8343900" cy="25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 sz="1200">
                <a:latin typeface="IBM Plex Mono SemiBold"/>
                <a:ea typeface="IBM Plex Mono SemiBold"/>
                <a:cs typeface="IBM Plex Mono SemiBold"/>
                <a:sym typeface="IBM Plex Mono SemiBold"/>
              </a:rPr>
              <a:t>GOAL</a:t>
            </a:r>
            <a:r>
              <a:rPr lang="en" sz="1200"/>
              <a:t>: Extend functionality to include long polling.</a:t>
            </a:r>
            <a:endParaRPr sz="12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449" name="Google Shape;449;p55"/>
          <p:cNvSpPr txBox="1"/>
          <p:nvPr>
            <p:ph idx="1" type="subTitle"/>
          </p:nvPr>
        </p:nvSpPr>
        <p:spPr>
          <a:xfrm>
            <a:off x="645275" y="3044972"/>
            <a:ext cx="24150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IBM Plex Mono SemiBold"/>
                <a:ea typeface="IBM Plex Mono SemiBold"/>
                <a:cs typeface="IBM Plex Mono SemiBold"/>
                <a:sym typeface="IBM Plex Mono SemiBold"/>
              </a:rPr>
              <a:t>PROGRESSIVE UPDATES</a:t>
            </a:r>
            <a:endParaRPr sz="1200">
              <a:latin typeface="IBM Plex Mono SemiBold"/>
              <a:ea typeface="IBM Plex Mono SemiBold"/>
              <a:cs typeface="IBM Plex Mono SemiBold"/>
              <a:sym typeface="IBM Plex Mono SemiBold"/>
            </a:endParaRPr>
          </a:p>
          <a:p>
            <a:pPr indent="0" lvl="0" marL="0" rtl="0" algn="l">
              <a:spcBef>
                <a:spcPts val="400"/>
              </a:spcBef>
              <a:spcAft>
                <a:spcPts val="400"/>
              </a:spcAft>
              <a:buNone/>
            </a:pPr>
            <a:r>
              <a:t/>
            </a:r>
            <a:endParaRPr sz="1200">
              <a:latin typeface="IBM Plex Mono SemiBold"/>
              <a:ea typeface="IBM Plex Mono SemiBold"/>
              <a:cs typeface="IBM Plex Mono SemiBold"/>
              <a:sym typeface="IBM Plex Mono SemiBold"/>
            </a:endParaRPr>
          </a:p>
        </p:txBody>
      </p:sp>
      <p:sp>
        <p:nvSpPr>
          <p:cNvPr id="450" name="Google Shape;450;p55"/>
          <p:cNvSpPr txBox="1"/>
          <p:nvPr>
            <p:ph idx="2" type="body"/>
          </p:nvPr>
        </p:nvSpPr>
        <p:spPr>
          <a:xfrm>
            <a:off x="342975" y="3402112"/>
            <a:ext cx="2717400" cy="8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 each image variant as they become ready. </a:t>
            </a:r>
            <a:r>
              <a:rPr b="1" lang="en">
                <a:latin typeface="IBM Plex Sans"/>
                <a:ea typeface="IBM Plex Sans"/>
                <a:cs typeface="IBM Plex Sans"/>
                <a:sym typeface="IBM Plex Sans"/>
              </a:rPr>
              <a:t>Completed</a:t>
            </a:r>
            <a:r>
              <a:rPr lang="en"/>
              <a:t> status is reserved </a:t>
            </a:r>
            <a:r>
              <a:rPr b="1" lang="en">
                <a:latin typeface="IBM Plex Sans"/>
                <a:ea typeface="IBM Plex Sans"/>
                <a:cs typeface="IBM Plex Sans"/>
                <a:sym typeface="IBM Plex Sans"/>
              </a:rPr>
              <a:t>when every variant is successfully generated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500"/>
              </a:spcBef>
              <a:spcAft>
                <a:spcPts val="50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55"/>
          <p:cNvSpPr/>
          <p:nvPr/>
        </p:nvSpPr>
        <p:spPr>
          <a:xfrm>
            <a:off x="453727" y="3148183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" name="Google Shape;452;p55"/>
          <p:cNvSpPr txBox="1"/>
          <p:nvPr>
            <p:ph idx="1" type="subTitle"/>
          </p:nvPr>
        </p:nvSpPr>
        <p:spPr>
          <a:xfrm>
            <a:off x="3515600" y="3044972"/>
            <a:ext cx="24150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IBM Plex Mono SemiBold"/>
                <a:ea typeface="IBM Plex Mono SemiBold"/>
                <a:cs typeface="IBM Plex Mono SemiBold"/>
                <a:sym typeface="IBM Plex Mono SemiBold"/>
              </a:rPr>
              <a:t>EXPERIMENTAL CONTROLS</a:t>
            </a:r>
            <a:endParaRPr sz="1200">
              <a:latin typeface="IBM Plex Mono SemiBold"/>
              <a:ea typeface="IBM Plex Mono SemiBold"/>
              <a:cs typeface="IBM Plex Mono SemiBold"/>
              <a:sym typeface="IBM Plex Mono SemiBold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IBM Plex Mono SemiBold"/>
              <a:ea typeface="IBM Plex Mono SemiBold"/>
              <a:cs typeface="IBM Plex Mono SemiBold"/>
              <a:sym typeface="IBM Plex Mono SemiBold"/>
            </a:endParaRPr>
          </a:p>
          <a:p>
            <a:pPr indent="0" lvl="0" marL="0" rtl="0" algn="l">
              <a:spcBef>
                <a:spcPts val="400"/>
              </a:spcBef>
              <a:spcAft>
                <a:spcPts val="400"/>
              </a:spcAft>
              <a:buNone/>
            </a:pPr>
            <a:r>
              <a:t/>
            </a:r>
            <a:endParaRPr sz="1200">
              <a:latin typeface="IBM Plex Mono SemiBold"/>
              <a:ea typeface="IBM Plex Mono SemiBold"/>
              <a:cs typeface="IBM Plex Mono SemiBold"/>
              <a:sym typeface="IBM Plex Mono SemiBold"/>
            </a:endParaRPr>
          </a:p>
        </p:txBody>
      </p:sp>
      <p:sp>
        <p:nvSpPr>
          <p:cNvPr id="453" name="Google Shape;453;p55"/>
          <p:cNvSpPr txBox="1"/>
          <p:nvPr>
            <p:ph idx="2" type="body"/>
          </p:nvPr>
        </p:nvSpPr>
        <p:spPr>
          <a:xfrm>
            <a:off x="3213300" y="3402111"/>
            <a:ext cx="2850000" cy="8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Comparisons and analyses between short and long polling.</a:t>
            </a:r>
            <a:endParaRPr/>
          </a:p>
          <a:p>
            <a:pPr indent="0" lvl="0" marL="0" rtl="0" algn="l">
              <a:spcBef>
                <a:spcPts val="500"/>
              </a:spcBef>
              <a:spcAft>
                <a:spcPts val="50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55"/>
          <p:cNvSpPr/>
          <p:nvPr/>
        </p:nvSpPr>
        <p:spPr>
          <a:xfrm>
            <a:off x="3324052" y="3148183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56"/>
          <p:cNvSpPr/>
          <p:nvPr/>
        </p:nvSpPr>
        <p:spPr>
          <a:xfrm>
            <a:off x="1113100" y="457200"/>
            <a:ext cx="3656700" cy="36567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cxnSp>
        <p:nvCxnSpPr>
          <p:cNvPr id="460" name="Google Shape;460;p56"/>
          <p:cNvCxnSpPr/>
          <p:nvPr/>
        </p:nvCxnSpPr>
        <p:spPr>
          <a:xfrm>
            <a:off x="4769801" y="465108"/>
            <a:ext cx="3915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61" name="Google Shape;461;p56"/>
          <p:cNvSpPr/>
          <p:nvPr/>
        </p:nvSpPr>
        <p:spPr>
          <a:xfrm>
            <a:off x="5047377" y="636203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56"/>
          <p:cNvSpPr txBox="1"/>
          <p:nvPr>
            <p:ph type="title"/>
          </p:nvPr>
        </p:nvSpPr>
        <p:spPr>
          <a:xfrm>
            <a:off x="1223925" y="457200"/>
            <a:ext cx="3435000" cy="140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 of v2 Changes</a:t>
            </a:r>
            <a:endParaRPr/>
          </a:p>
        </p:txBody>
      </p:sp>
      <p:sp>
        <p:nvSpPr>
          <p:cNvPr id="463" name="Google Shape;463;p56"/>
          <p:cNvSpPr txBox="1"/>
          <p:nvPr>
            <p:ph idx="1" type="subTitle"/>
          </p:nvPr>
        </p:nvSpPr>
        <p:spPr>
          <a:xfrm>
            <a:off x="5238925" y="526741"/>
            <a:ext cx="34473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 sz="1200">
                <a:latin typeface="IBM Plex Mono SemiBold"/>
                <a:ea typeface="IBM Plex Mono SemiBold"/>
                <a:cs typeface="IBM Plex Mono SemiBold"/>
                <a:sym typeface="IBM Plex Mono SemiBold"/>
              </a:rPr>
              <a:t>ADDITIONAL DATABASE MIGRATIONS</a:t>
            </a:r>
            <a:endParaRPr sz="1200">
              <a:latin typeface="IBM Plex Mono SemiBold"/>
              <a:ea typeface="IBM Plex Mono SemiBold"/>
              <a:cs typeface="IBM Plex Mono SemiBold"/>
              <a:sym typeface="IBM Plex Mono SemiBold"/>
            </a:endParaRPr>
          </a:p>
        </p:txBody>
      </p:sp>
      <p:sp>
        <p:nvSpPr>
          <p:cNvPr id="464" name="Google Shape;464;p56"/>
          <p:cNvSpPr txBox="1"/>
          <p:nvPr>
            <p:ph idx="2" type="body"/>
          </p:nvPr>
        </p:nvSpPr>
        <p:spPr>
          <a:xfrm>
            <a:off x="5047375" y="831903"/>
            <a:ext cx="3637500" cy="55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">
                <a:latin typeface="IBM Plex Sans"/>
                <a:ea typeface="IBM Plex Sans"/>
                <a:cs typeface="IBM Plex Sans"/>
                <a:sym typeface="IBM Plex Sans"/>
              </a:rPr>
              <a:t>Adding version and simulated version fields to the jobs table. Refactors to job model.</a:t>
            </a:r>
            <a:endParaRPr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465" name="Google Shape;465;p56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66" name="Google Shape;466;p56"/>
          <p:cNvSpPr txBox="1"/>
          <p:nvPr>
            <p:ph idx="3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CMPS4191 Advanced Web Technologies Test 2</a:t>
            </a:r>
            <a:endParaRPr/>
          </a:p>
        </p:txBody>
      </p:sp>
      <p:grpSp>
        <p:nvGrpSpPr>
          <p:cNvPr id="467" name="Google Shape;467;p56"/>
          <p:cNvGrpSpPr/>
          <p:nvPr/>
        </p:nvGrpSpPr>
        <p:grpSpPr>
          <a:xfrm>
            <a:off x="4274842" y="4435414"/>
            <a:ext cx="594300" cy="501771"/>
            <a:chOff x="6107475" y="4573475"/>
            <a:chExt cx="594300" cy="501771"/>
          </a:xfrm>
        </p:grpSpPr>
        <p:sp>
          <p:nvSpPr>
            <p:cNvPr id="468" name="Google Shape;468;p56"/>
            <p:cNvSpPr/>
            <p:nvPr/>
          </p:nvSpPr>
          <p:spPr>
            <a:xfrm>
              <a:off x="6107475" y="4573475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" name="Google Shape;469;p56"/>
            <p:cNvSpPr/>
            <p:nvPr/>
          </p:nvSpPr>
          <p:spPr>
            <a:xfrm>
              <a:off x="6244650" y="4573475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" name="Google Shape;470;p56"/>
            <p:cNvSpPr/>
            <p:nvPr/>
          </p:nvSpPr>
          <p:spPr>
            <a:xfrm>
              <a:off x="6381825" y="4573475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" name="Google Shape;471;p56"/>
            <p:cNvSpPr/>
            <p:nvPr/>
          </p:nvSpPr>
          <p:spPr>
            <a:xfrm>
              <a:off x="6519000" y="4573475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" name="Google Shape;472;p56"/>
            <p:cNvSpPr/>
            <p:nvPr/>
          </p:nvSpPr>
          <p:spPr>
            <a:xfrm>
              <a:off x="6656175" y="4573475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" name="Google Shape;473;p56"/>
            <p:cNvSpPr/>
            <p:nvPr/>
          </p:nvSpPr>
          <p:spPr>
            <a:xfrm>
              <a:off x="6107475" y="4688165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" name="Google Shape;474;p56"/>
            <p:cNvSpPr/>
            <p:nvPr/>
          </p:nvSpPr>
          <p:spPr>
            <a:xfrm>
              <a:off x="6244650" y="4688165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" name="Google Shape;475;p56"/>
            <p:cNvSpPr/>
            <p:nvPr/>
          </p:nvSpPr>
          <p:spPr>
            <a:xfrm>
              <a:off x="6381825" y="4688165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" name="Google Shape;476;p56"/>
            <p:cNvSpPr/>
            <p:nvPr/>
          </p:nvSpPr>
          <p:spPr>
            <a:xfrm>
              <a:off x="6519000" y="4688165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" name="Google Shape;477;p56"/>
            <p:cNvSpPr/>
            <p:nvPr/>
          </p:nvSpPr>
          <p:spPr>
            <a:xfrm>
              <a:off x="6656175" y="4688165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" name="Google Shape;478;p56"/>
            <p:cNvSpPr/>
            <p:nvPr/>
          </p:nvSpPr>
          <p:spPr>
            <a:xfrm>
              <a:off x="6107475" y="4800267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" name="Google Shape;479;p56"/>
            <p:cNvSpPr/>
            <p:nvPr/>
          </p:nvSpPr>
          <p:spPr>
            <a:xfrm>
              <a:off x="6244650" y="4800267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" name="Google Shape;480;p56"/>
            <p:cNvSpPr/>
            <p:nvPr/>
          </p:nvSpPr>
          <p:spPr>
            <a:xfrm>
              <a:off x="6381825" y="4800267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" name="Google Shape;481;p56"/>
            <p:cNvSpPr/>
            <p:nvPr/>
          </p:nvSpPr>
          <p:spPr>
            <a:xfrm>
              <a:off x="6519000" y="4800267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" name="Google Shape;482;p56"/>
            <p:cNvSpPr/>
            <p:nvPr/>
          </p:nvSpPr>
          <p:spPr>
            <a:xfrm>
              <a:off x="6656175" y="4800267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" name="Google Shape;483;p56"/>
            <p:cNvSpPr/>
            <p:nvPr/>
          </p:nvSpPr>
          <p:spPr>
            <a:xfrm>
              <a:off x="6107475" y="4914957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" name="Google Shape;484;p56"/>
            <p:cNvSpPr/>
            <p:nvPr/>
          </p:nvSpPr>
          <p:spPr>
            <a:xfrm>
              <a:off x="6244650" y="4914957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" name="Google Shape;485;p56"/>
            <p:cNvSpPr/>
            <p:nvPr/>
          </p:nvSpPr>
          <p:spPr>
            <a:xfrm>
              <a:off x="6381825" y="4914957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" name="Google Shape;486;p56"/>
            <p:cNvSpPr/>
            <p:nvPr/>
          </p:nvSpPr>
          <p:spPr>
            <a:xfrm>
              <a:off x="6519000" y="4914957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" name="Google Shape;487;p56"/>
            <p:cNvSpPr/>
            <p:nvPr/>
          </p:nvSpPr>
          <p:spPr>
            <a:xfrm>
              <a:off x="6656175" y="4914957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" name="Google Shape;488;p56"/>
            <p:cNvSpPr/>
            <p:nvPr/>
          </p:nvSpPr>
          <p:spPr>
            <a:xfrm>
              <a:off x="6107475" y="5029646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" name="Google Shape;489;p56"/>
            <p:cNvSpPr/>
            <p:nvPr/>
          </p:nvSpPr>
          <p:spPr>
            <a:xfrm>
              <a:off x="6244650" y="5029646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" name="Google Shape;490;p56"/>
            <p:cNvSpPr/>
            <p:nvPr/>
          </p:nvSpPr>
          <p:spPr>
            <a:xfrm>
              <a:off x="6381825" y="5029646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" name="Google Shape;491;p56"/>
            <p:cNvSpPr/>
            <p:nvPr/>
          </p:nvSpPr>
          <p:spPr>
            <a:xfrm>
              <a:off x="6519000" y="5029646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" name="Google Shape;492;p56"/>
            <p:cNvSpPr/>
            <p:nvPr/>
          </p:nvSpPr>
          <p:spPr>
            <a:xfrm>
              <a:off x="6656175" y="5029646"/>
              <a:ext cx="45600" cy="45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93" name="Google Shape;493;p56"/>
          <p:cNvGrpSpPr/>
          <p:nvPr/>
        </p:nvGrpSpPr>
        <p:grpSpPr>
          <a:xfrm>
            <a:off x="676046" y="654935"/>
            <a:ext cx="324300" cy="1072150"/>
            <a:chOff x="8278241" y="2502000"/>
            <a:chExt cx="324300" cy="1072150"/>
          </a:xfrm>
        </p:grpSpPr>
        <p:sp>
          <p:nvSpPr>
            <p:cNvPr id="494" name="Google Shape;494;p56"/>
            <p:cNvSpPr/>
            <p:nvPr/>
          </p:nvSpPr>
          <p:spPr>
            <a:xfrm>
              <a:off x="8278241" y="2502000"/>
              <a:ext cx="324300" cy="280500"/>
            </a:xfrm>
            <a:prstGeom prst="triangle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" name="Google Shape;495;p56"/>
            <p:cNvSpPr/>
            <p:nvPr/>
          </p:nvSpPr>
          <p:spPr>
            <a:xfrm>
              <a:off x="8278241" y="2897825"/>
              <a:ext cx="324300" cy="280500"/>
            </a:xfrm>
            <a:prstGeom prst="triangle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" name="Google Shape;496;p56"/>
            <p:cNvSpPr/>
            <p:nvPr/>
          </p:nvSpPr>
          <p:spPr>
            <a:xfrm>
              <a:off x="8278241" y="3293650"/>
              <a:ext cx="324300" cy="280500"/>
            </a:xfrm>
            <a:prstGeom prst="triangle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97" name="Google Shape;497;p56"/>
          <p:cNvSpPr/>
          <p:nvPr/>
        </p:nvSpPr>
        <p:spPr>
          <a:xfrm>
            <a:off x="5048052" y="3807243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8" name="Google Shape;498;p56"/>
          <p:cNvSpPr txBox="1"/>
          <p:nvPr>
            <p:ph idx="1" type="subTitle"/>
          </p:nvPr>
        </p:nvSpPr>
        <p:spPr>
          <a:xfrm>
            <a:off x="5239600" y="3711552"/>
            <a:ext cx="34473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 sz="1200">
                <a:latin typeface="IBM Plex Mono SemiBold"/>
                <a:ea typeface="IBM Plex Mono SemiBold"/>
                <a:cs typeface="IBM Plex Mono SemiBold"/>
                <a:sym typeface="IBM Plex Mono SemiBold"/>
              </a:rPr>
              <a:t>EXPERIMENTATION IMPLEMENTATION</a:t>
            </a:r>
            <a:endParaRPr sz="1200">
              <a:latin typeface="IBM Plex Mono SemiBold"/>
              <a:ea typeface="IBM Plex Mono SemiBold"/>
              <a:cs typeface="IBM Plex Mono SemiBold"/>
              <a:sym typeface="IBM Plex Mono SemiBold"/>
            </a:endParaRPr>
          </a:p>
        </p:txBody>
      </p:sp>
      <p:sp>
        <p:nvSpPr>
          <p:cNvPr id="499" name="Google Shape;499;p56"/>
          <p:cNvSpPr txBox="1"/>
          <p:nvPr>
            <p:ph idx="2" type="body"/>
          </p:nvPr>
        </p:nvSpPr>
        <p:spPr>
          <a:xfrm>
            <a:off x="5048050" y="4016718"/>
            <a:ext cx="3637500" cy="76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">
                <a:latin typeface="IBM Plex Sans"/>
                <a:ea typeface="IBM Plex Sans"/>
                <a:cs typeface="IBM Plex Sans"/>
                <a:sym typeface="IBM Plex Sans"/>
              </a:rPr>
              <a:t>Additional flags for configuring artificial delays and simulated updates. Custom browser network profiles for artificial latency.</a:t>
            </a:r>
            <a:endParaRPr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00" name="Google Shape;500;p56"/>
          <p:cNvSpPr/>
          <p:nvPr/>
        </p:nvSpPr>
        <p:spPr>
          <a:xfrm>
            <a:off x="5048052" y="2599695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p56"/>
          <p:cNvSpPr txBox="1"/>
          <p:nvPr>
            <p:ph idx="1" type="subTitle"/>
          </p:nvPr>
        </p:nvSpPr>
        <p:spPr>
          <a:xfrm>
            <a:off x="5239600" y="2504004"/>
            <a:ext cx="34473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 sz="1200">
                <a:latin typeface="IBM Plex Mono SemiBold"/>
                <a:ea typeface="IBM Plex Mono SemiBold"/>
                <a:cs typeface="IBM Plex Mono SemiBold"/>
                <a:sym typeface="IBM Plex Mono SemiBold"/>
              </a:rPr>
              <a:t>FRONTEND REFACTORS</a:t>
            </a:r>
            <a:endParaRPr sz="1200">
              <a:latin typeface="IBM Plex Mono SemiBold"/>
              <a:ea typeface="IBM Plex Mono SemiBold"/>
              <a:cs typeface="IBM Plex Mono SemiBold"/>
              <a:sym typeface="IBM Plex Mono SemiBold"/>
            </a:endParaRPr>
          </a:p>
        </p:txBody>
      </p:sp>
      <p:sp>
        <p:nvSpPr>
          <p:cNvPr id="502" name="Google Shape;502;p56"/>
          <p:cNvSpPr txBox="1"/>
          <p:nvPr>
            <p:ph idx="2" type="body"/>
          </p:nvPr>
        </p:nvSpPr>
        <p:spPr>
          <a:xfrm>
            <a:off x="5048050" y="2809170"/>
            <a:ext cx="3637500" cy="76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">
                <a:latin typeface="IBM Plex Sans"/>
                <a:ea typeface="IBM Plex Sans"/>
                <a:cs typeface="IBM Plex Sans"/>
                <a:sym typeface="IBM Plex Sans"/>
              </a:rPr>
              <a:t>Selectable polling modes, additional long polling and UI state, bug fixes. Additional state for simulated progress.</a:t>
            </a:r>
            <a:endParaRPr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03" name="Google Shape;503;p56"/>
          <p:cNvSpPr/>
          <p:nvPr/>
        </p:nvSpPr>
        <p:spPr>
          <a:xfrm>
            <a:off x="5047377" y="1615722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4" name="Google Shape;504;p56"/>
          <p:cNvSpPr txBox="1"/>
          <p:nvPr>
            <p:ph idx="1" type="subTitle"/>
          </p:nvPr>
        </p:nvSpPr>
        <p:spPr>
          <a:xfrm>
            <a:off x="5238925" y="1520031"/>
            <a:ext cx="34473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 sz="1200">
                <a:latin typeface="IBM Plex Mono SemiBold"/>
                <a:ea typeface="IBM Plex Mono SemiBold"/>
                <a:cs typeface="IBM Plex Mono SemiBold"/>
                <a:sym typeface="IBM Plex Mono SemiBold"/>
              </a:rPr>
              <a:t>BACKEND REFACTORS</a:t>
            </a:r>
            <a:endParaRPr sz="1200">
              <a:latin typeface="IBM Plex Mono SemiBold"/>
              <a:ea typeface="IBM Plex Mono SemiBold"/>
              <a:cs typeface="IBM Plex Mono SemiBold"/>
              <a:sym typeface="IBM Plex Mono SemiBold"/>
            </a:endParaRPr>
          </a:p>
        </p:txBody>
      </p:sp>
      <p:sp>
        <p:nvSpPr>
          <p:cNvPr id="505" name="Google Shape;505;p56"/>
          <p:cNvSpPr txBox="1"/>
          <p:nvPr>
            <p:ph idx="2" type="body"/>
          </p:nvPr>
        </p:nvSpPr>
        <p:spPr>
          <a:xfrm>
            <a:off x="5047375" y="1825197"/>
            <a:ext cx="3637500" cy="55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latin typeface="IBM Plex Sans"/>
                <a:ea typeface="IBM Plex Sans"/>
                <a:cs typeface="IBM Plex Sans"/>
                <a:sym typeface="IBM Plex Sans"/>
              </a:rPr>
              <a:t>Individual image variant generation, long polling + short polling, worker logic and artificial delays.</a:t>
            </a:r>
            <a:endParaRPr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cxnSp>
        <p:nvCxnSpPr>
          <p:cNvPr id="506" name="Google Shape;506;p56"/>
          <p:cNvCxnSpPr/>
          <p:nvPr/>
        </p:nvCxnSpPr>
        <p:spPr>
          <a:xfrm>
            <a:off x="4769801" y="1474083"/>
            <a:ext cx="3915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07" name="Google Shape;507;p56"/>
          <p:cNvCxnSpPr/>
          <p:nvPr/>
        </p:nvCxnSpPr>
        <p:spPr>
          <a:xfrm>
            <a:off x="4769801" y="2458008"/>
            <a:ext cx="3915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08" name="Google Shape;508;p56"/>
          <p:cNvCxnSpPr/>
          <p:nvPr/>
        </p:nvCxnSpPr>
        <p:spPr>
          <a:xfrm>
            <a:off x="4769801" y="3665558"/>
            <a:ext cx="3915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09" name="Google Shape;509;p56"/>
          <p:cNvSpPr txBox="1"/>
          <p:nvPr/>
        </p:nvSpPr>
        <p:spPr>
          <a:xfrm>
            <a:off x="1188950" y="2045600"/>
            <a:ext cx="28257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Light"/>
              <a:buChar char="●"/>
            </a:pPr>
            <a:r>
              <a:rPr lang="en" sz="1200">
                <a:solidFill>
                  <a:schemeClr val="lt1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70+ commits</a:t>
            </a:r>
            <a:endParaRPr sz="1200">
              <a:solidFill>
                <a:schemeClr val="lt1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Light"/>
              <a:buChar char="●"/>
            </a:pPr>
            <a:r>
              <a:rPr lang="en" sz="1200">
                <a:solidFill>
                  <a:schemeClr val="lt1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36+ hours</a:t>
            </a:r>
            <a:endParaRPr sz="1200">
              <a:solidFill>
                <a:schemeClr val="lt1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Light"/>
              <a:buChar char="●"/>
            </a:pPr>
            <a:r>
              <a:rPr lang="en" sz="1200">
                <a:solidFill>
                  <a:schemeClr val="lt1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3 weeks</a:t>
            </a:r>
            <a:endParaRPr sz="1200">
              <a:solidFill>
                <a:schemeClr val="lt1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Light"/>
              <a:buChar char="●"/>
            </a:pPr>
            <a:r>
              <a:rPr lang="en" sz="1200">
                <a:solidFill>
                  <a:schemeClr val="lt1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Ticker-based notification long polling implementation over channel-based.</a:t>
            </a:r>
            <a:endParaRPr sz="1200">
              <a:solidFill>
                <a:schemeClr val="lt1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57"/>
          <p:cNvSpPr txBox="1"/>
          <p:nvPr>
            <p:ph type="title"/>
          </p:nvPr>
        </p:nvSpPr>
        <p:spPr>
          <a:xfrm>
            <a:off x="457200" y="1195125"/>
            <a:ext cx="2727300" cy="26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DEMO</a:t>
            </a:r>
            <a:endParaRPr/>
          </a:p>
        </p:txBody>
      </p:sp>
      <p:sp>
        <p:nvSpPr>
          <p:cNvPr id="515" name="Google Shape;515;p57"/>
          <p:cNvSpPr txBox="1"/>
          <p:nvPr>
            <p:ph idx="1" type="subTitle"/>
          </p:nvPr>
        </p:nvSpPr>
        <p:spPr>
          <a:xfrm>
            <a:off x="4005150" y="1105813"/>
            <a:ext cx="46818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1) </a:t>
            </a:r>
            <a:r>
              <a:rPr lang="en"/>
              <a:t>Short + Long Polling Demo</a:t>
            </a:r>
            <a:endParaRPr/>
          </a:p>
        </p:txBody>
      </p:sp>
      <p:sp>
        <p:nvSpPr>
          <p:cNvPr id="516" name="Google Shape;516;p57"/>
          <p:cNvSpPr txBox="1"/>
          <p:nvPr>
            <p:ph idx="5" type="subTitle"/>
          </p:nvPr>
        </p:nvSpPr>
        <p:spPr>
          <a:xfrm>
            <a:off x="4005150" y="3119513"/>
            <a:ext cx="46818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5) Cancellation During Processing (AbortController)</a:t>
            </a:r>
            <a:endParaRPr/>
          </a:p>
        </p:txBody>
      </p:sp>
      <p:sp>
        <p:nvSpPr>
          <p:cNvPr id="517" name="Google Shape;517;p57"/>
          <p:cNvSpPr txBox="1"/>
          <p:nvPr>
            <p:ph idx="2" type="subTitle"/>
          </p:nvPr>
        </p:nvSpPr>
        <p:spPr>
          <a:xfrm>
            <a:off x="4005150" y="1593938"/>
            <a:ext cx="46818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2)</a:t>
            </a:r>
            <a:r>
              <a:rPr lang="en"/>
              <a:t> </a:t>
            </a:r>
            <a:r>
              <a:rPr lang="en"/>
              <a:t>Short + Long Polling Job Failure Demo</a:t>
            </a:r>
            <a:endParaRPr/>
          </a:p>
        </p:txBody>
      </p:sp>
      <p:sp>
        <p:nvSpPr>
          <p:cNvPr id="518" name="Google Shape;518;p57"/>
          <p:cNvSpPr txBox="1"/>
          <p:nvPr>
            <p:ph idx="3" type="subTitle"/>
          </p:nvPr>
        </p:nvSpPr>
        <p:spPr>
          <a:xfrm>
            <a:off x="4005150" y="2082063"/>
            <a:ext cx="46818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3) Switch Observation Mode During Processing</a:t>
            </a:r>
            <a:endParaRPr/>
          </a:p>
        </p:txBody>
      </p:sp>
      <p:sp>
        <p:nvSpPr>
          <p:cNvPr id="519" name="Google Shape;519;p57"/>
          <p:cNvSpPr txBox="1"/>
          <p:nvPr>
            <p:ph idx="4" type="subTitle"/>
          </p:nvPr>
        </p:nvSpPr>
        <p:spPr>
          <a:xfrm>
            <a:off x="4005150" y="2600788"/>
            <a:ext cx="46818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4) Change Long Polling Wait During Processing</a:t>
            </a:r>
            <a:endParaRPr/>
          </a:p>
        </p:txBody>
      </p:sp>
      <p:sp>
        <p:nvSpPr>
          <p:cNvPr id="520" name="Google Shape;520;p57"/>
          <p:cNvSpPr txBox="1"/>
          <p:nvPr>
            <p:ph idx="6" type="subTitle"/>
          </p:nvPr>
        </p:nvSpPr>
        <p:spPr>
          <a:xfrm>
            <a:off x="4005150" y="3638238"/>
            <a:ext cx="46818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6) Retrieval Error Handling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58"/>
          <p:cNvSpPr txBox="1"/>
          <p:nvPr>
            <p:ph idx="6" type="subTitle"/>
          </p:nvPr>
        </p:nvSpPr>
        <p:spPr>
          <a:xfrm>
            <a:off x="985100" y="1386425"/>
            <a:ext cx="22341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 sz="1200">
                <a:latin typeface="IBM Plex Mono SemiBold"/>
                <a:ea typeface="IBM Plex Mono SemiBold"/>
                <a:cs typeface="IBM Plex Mono SemiBold"/>
                <a:sym typeface="IBM Plex Mono SemiBold"/>
              </a:rPr>
              <a:t>SAME IMAGE</a:t>
            </a:r>
            <a:endParaRPr sz="1200">
              <a:latin typeface="IBM Plex Mono SemiBold"/>
              <a:ea typeface="IBM Plex Mono SemiBold"/>
              <a:cs typeface="IBM Plex Mono SemiBold"/>
              <a:sym typeface="IBM Plex Mono SemiBold"/>
            </a:endParaRPr>
          </a:p>
        </p:txBody>
      </p:sp>
      <p:sp>
        <p:nvSpPr>
          <p:cNvPr id="526" name="Google Shape;526;p58"/>
          <p:cNvSpPr txBox="1"/>
          <p:nvPr>
            <p:ph idx="7" type="subTitle"/>
          </p:nvPr>
        </p:nvSpPr>
        <p:spPr>
          <a:xfrm>
            <a:off x="3829586" y="1386425"/>
            <a:ext cx="22341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 sz="1200">
                <a:latin typeface="IBM Plex Mono SemiBold"/>
                <a:ea typeface="IBM Plex Mono SemiBold"/>
                <a:cs typeface="IBM Plex Mono SemiBold"/>
                <a:sym typeface="IBM Plex Mono SemiBold"/>
              </a:rPr>
              <a:t>3 RUNS</a:t>
            </a:r>
            <a:endParaRPr sz="1200">
              <a:latin typeface="IBM Plex Mono SemiBold"/>
              <a:ea typeface="IBM Plex Mono SemiBold"/>
              <a:cs typeface="IBM Plex Mono SemiBold"/>
              <a:sym typeface="IBM Plex Mono SemiBold"/>
            </a:endParaRPr>
          </a:p>
        </p:txBody>
      </p:sp>
      <p:sp>
        <p:nvSpPr>
          <p:cNvPr id="527" name="Google Shape;527;p58"/>
          <p:cNvSpPr txBox="1"/>
          <p:nvPr>
            <p:ph idx="8" type="body"/>
          </p:nvPr>
        </p:nvSpPr>
        <p:spPr>
          <a:xfrm>
            <a:off x="704758" y="1768318"/>
            <a:ext cx="2536500" cy="75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">
                <a:latin typeface="IBM Plex Sans"/>
                <a:ea typeface="IBM Plex Sans"/>
                <a:cs typeface="IBM Plex Sans"/>
                <a:sym typeface="IBM Plex Sans"/>
              </a:rPr>
              <a:t>The same image was used for each run, alternating short polling and long polling.</a:t>
            </a:r>
            <a:endParaRPr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28" name="Google Shape;528;p58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9" name="Google Shape;529;p58"/>
          <p:cNvSpPr txBox="1"/>
          <p:nvPr>
            <p:ph idx="9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CMPS4191 Advanced Web Technologies Test 2</a:t>
            </a:r>
            <a:endParaRPr/>
          </a:p>
        </p:txBody>
      </p:sp>
      <p:grpSp>
        <p:nvGrpSpPr>
          <p:cNvPr id="530" name="Google Shape;530;p58"/>
          <p:cNvGrpSpPr/>
          <p:nvPr/>
        </p:nvGrpSpPr>
        <p:grpSpPr>
          <a:xfrm>
            <a:off x="8607473" y="1296299"/>
            <a:ext cx="214460" cy="708906"/>
            <a:chOff x="8278241" y="2502000"/>
            <a:chExt cx="324300" cy="1072150"/>
          </a:xfrm>
        </p:grpSpPr>
        <p:sp>
          <p:nvSpPr>
            <p:cNvPr id="531" name="Google Shape;531;p58"/>
            <p:cNvSpPr/>
            <p:nvPr/>
          </p:nvSpPr>
          <p:spPr>
            <a:xfrm>
              <a:off x="8278241" y="2502000"/>
              <a:ext cx="324300" cy="280500"/>
            </a:xfrm>
            <a:prstGeom prst="triangl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" name="Google Shape;532;p58"/>
            <p:cNvSpPr/>
            <p:nvPr/>
          </p:nvSpPr>
          <p:spPr>
            <a:xfrm>
              <a:off x="8278241" y="2897825"/>
              <a:ext cx="324300" cy="280500"/>
            </a:xfrm>
            <a:prstGeom prst="triangl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" name="Google Shape;533;p58"/>
            <p:cNvSpPr/>
            <p:nvPr/>
          </p:nvSpPr>
          <p:spPr>
            <a:xfrm>
              <a:off x="8278241" y="3293650"/>
              <a:ext cx="324300" cy="280500"/>
            </a:xfrm>
            <a:prstGeom prst="triangl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34" name="Google Shape;534;p58"/>
          <p:cNvSpPr/>
          <p:nvPr/>
        </p:nvSpPr>
        <p:spPr>
          <a:xfrm>
            <a:off x="793552" y="1482107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58"/>
          <p:cNvSpPr/>
          <p:nvPr/>
        </p:nvSpPr>
        <p:spPr>
          <a:xfrm>
            <a:off x="3670292" y="1482113"/>
            <a:ext cx="1104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58"/>
          <p:cNvSpPr txBox="1"/>
          <p:nvPr>
            <p:ph idx="4294967295" type="title"/>
          </p:nvPr>
        </p:nvSpPr>
        <p:spPr>
          <a:xfrm>
            <a:off x="342900" y="457200"/>
            <a:ext cx="8458200" cy="6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IBM Plex Sans SemiBold"/>
                <a:ea typeface="IBM Plex Sans SemiBold"/>
                <a:cs typeface="IBM Plex Sans SemiBold"/>
                <a:sym typeface="IBM Plex Sans SemiBold"/>
              </a:rPr>
              <a:t>EXPERIMENTS</a:t>
            </a:r>
            <a:endParaRPr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cxnSp>
        <p:nvCxnSpPr>
          <p:cNvPr id="537" name="Google Shape;537;p58"/>
          <p:cNvCxnSpPr/>
          <p:nvPr/>
        </p:nvCxnSpPr>
        <p:spPr>
          <a:xfrm>
            <a:off x="342977" y="1191996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38" name="Google Shape;538;p58"/>
          <p:cNvCxnSpPr/>
          <p:nvPr/>
        </p:nvCxnSpPr>
        <p:spPr>
          <a:xfrm>
            <a:off x="342977" y="4606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39" name="Google Shape;539;p58"/>
          <p:cNvSpPr txBox="1"/>
          <p:nvPr>
            <p:ph idx="8" type="body"/>
          </p:nvPr>
        </p:nvSpPr>
        <p:spPr>
          <a:xfrm>
            <a:off x="3587450" y="1766546"/>
            <a:ext cx="2536500" cy="79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">
                <a:latin typeface="IBM Plex Sans"/>
                <a:ea typeface="IBM Plex Sans"/>
                <a:cs typeface="IBM Plex Sans"/>
                <a:sym typeface="IBM Plex Sans"/>
              </a:rPr>
              <a:t>Three runs were conducted for each condition and each polling mode.</a:t>
            </a:r>
            <a:endParaRPr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40" name="Google Shape;540;p58"/>
          <p:cNvSpPr txBox="1"/>
          <p:nvPr>
            <p:ph idx="4294967295" type="body"/>
          </p:nvPr>
        </p:nvSpPr>
        <p:spPr>
          <a:xfrm>
            <a:off x="6558950" y="1781750"/>
            <a:ext cx="1953300" cy="79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">
                <a:latin typeface="IBM Plex Sans"/>
                <a:ea typeface="IBM Plex Sans"/>
                <a:cs typeface="IBM Plex Sans"/>
                <a:sym typeface="IBM Plex Sans"/>
              </a:rPr>
              <a:t>request count </a:t>
            </a:r>
            <a:r>
              <a:rPr lang="en">
                <a:latin typeface="IBM Plex Sans"/>
                <a:ea typeface="IBM Plex Sans"/>
                <a:cs typeface="IBM Plex Sans"/>
                <a:sym typeface="IBM Plex Sans"/>
              </a:rPr>
              <a:t>and </a:t>
            </a:r>
            <a:r>
              <a:rPr lang="en">
                <a:latin typeface="IBM Plex Sans"/>
                <a:ea typeface="IBM Plex Sans"/>
                <a:cs typeface="IBM Plex Sans"/>
                <a:sym typeface="IBM Plex Sans"/>
              </a:rPr>
              <a:t>completion-detection delay by condition.</a:t>
            </a:r>
            <a:endParaRPr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41" name="Google Shape;541;p58"/>
          <p:cNvSpPr txBox="1"/>
          <p:nvPr>
            <p:ph idx="6" type="subTitle"/>
          </p:nvPr>
        </p:nvSpPr>
        <p:spPr>
          <a:xfrm>
            <a:off x="6750500" y="1386425"/>
            <a:ext cx="17619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 sz="1200">
                <a:latin typeface="IBM Plex Mono SemiBold"/>
                <a:ea typeface="IBM Plex Mono SemiBold"/>
                <a:cs typeface="IBM Plex Mono SemiBold"/>
                <a:sym typeface="IBM Plex Mono SemiBold"/>
              </a:rPr>
              <a:t>CHARTS</a:t>
            </a:r>
            <a:endParaRPr sz="1200">
              <a:latin typeface="IBM Plex Mono SemiBold"/>
              <a:ea typeface="IBM Plex Mono SemiBold"/>
              <a:cs typeface="IBM Plex Mono SemiBold"/>
              <a:sym typeface="IBM Plex Mono SemiBold"/>
            </a:endParaRPr>
          </a:p>
        </p:txBody>
      </p:sp>
      <p:sp>
        <p:nvSpPr>
          <p:cNvPr id="542" name="Google Shape;542;p58"/>
          <p:cNvSpPr/>
          <p:nvPr/>
        </p:nvSpPr>
        <p:spPr>
          <a:xfrm>
            <a:off x="6558952" y="1482111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543" name="Google Shape;543;p58"/>
          <p:cNvGraphicFramePr/>
          <p:nvPr/>
        </p:nvGraphicFramePr>
        <p:xfrm>
          <a:off x="1056975" y="2528225"/>
          <a:ext cx="3000000" cy="3000000"/>
        </p:xfrm>
        <a:graphic>
          <a:graphicData uri="http://schemas.openxmlformats.org/drawingml/2006/table">
            <a:tbl>
              <a:tblPr bandRow="1">
                <a:noFill/>
                <a:tableStyleId>{51AF67CF-0FFA-4AAD-A4D5-C67BB7332656}</a:tableStyleId>
              </a:tblPr>
              <a:tblGrid>
                <a:gridCol w="1479650"/>
                <a:gridCol w="5563450"/>
              </a:tblGrid>
              <a:tr h="299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Condition</a:t>
                      </a:r>
                      <a:endParaRPr sz="1050">
                        <a:solidFill>
                          <a:srgbClr val="20252B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68575" marL="68575" anchor="ctr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Summary</a:t>
                      </a:r>
                      <a:endParaRPr sz="1050">
                        <a:solidFill>
                          <a:srgbClr val="20252B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68575" marL="68575" anchor="ctr">
                    <a:solidFill>
                      <a:srgbClr val="17324D"/>
                    </a:solidFill>
                  </a:tcPr>
                </a:tc>
              </a:tr>
              <a:tr h="299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025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 sz="1050">
                        <a:solidFill>
                          <a:srgbClr val="20252B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68575" marL="68575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025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30s delay before processing.</a:t>
                      </a:r>
                      <a:endParaRPr sz="1050">
                        <a:solidFill>
                          <a:srgbClr val="20252B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68575" marL="68575" anchor="ctr">
                    <a:solidFill>
                      <a:schemeClr val="accent6"/>
                    </a:solidFill>
                  </a:tcPr>
                </a:tc>
              </a:tr>
              <a:tr h="299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025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endParaRPr sz="1050">
                        <a:solidFill>
                          <a:srgbClr val="20252B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68575" marL="68575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025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artificial delays.</a:t>
                      </a:r>
                      <a:endParaRPr sz="1050">
                        <a:solidFill>
                          <a:srgbClr val="20252B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68575" marL="68575" anchor="ctr">
                    <a:solidFill>
                      <a:schemeClr val="accent6"/>
                    </a:solidFill>
                  </a:tcPr>
                </a:tc>
              </a:tr>
              <a:tr h="299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025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</a:t>
                      </a:r>
                      <a:endParaRPr sz="1050">
                        <a:solidFill>
                          <a:srgbClr val="20252B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68575" marL="68575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025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10s simulated phase, simulated updates every 2s.</a:t>
                      </a:r>
                      <a:endParaRPr sz="1050">
                        <a:solidFill>
                          <a:srgbClr val="20252B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68575" marL="68575" anchor="ctr">
                    <a:solidFill>
                      <a:schemeClr val="accent6"/>
                    </a:solidFill>
                  </a:tcPr>
                </a:tc>
              </a:tr>
              <a:tr h="299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025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</a:t>
                      </a:r>
                      <a:endParaRPr sz="1050">
                        <a:solidFill>
                          <a:srgbClr val="20252B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68575" marL="68575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025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 simulated phase, simulated updates every 200ms.</a:t>
                      </a:r>
                      <a:endParaRPr sz="1050">
                        <a:solidFill>
                          <a:srgbClr val="20252B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68575" marL="68575" anchor="ctr">
                    <a:solidFill>
                      <a:schemeClr val="accent6"/>
                    </a:solidFill>
                  </a:tcPr>
                </a:tc>
              </a:tr>
              <a:tr h="299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025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C3</a:t>
                      </a:r>
                      <a:endParaRPr sz="1050">
                        <a:solidFill>
                          <a:srgbClr val="20252B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68575" marL="68575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025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Same as C2 with 200ms latency.</a:t>
                      </a:r>
                      <a:endParaRPr sz="1050">
                        <a:solidFill>
                          <a:srgbClr val="20252B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68575" marL="68575" anchor="ctr">
                    <a:solidFill>
                      <a:schemeClr val="accent6"/>
                    </a:solidFill>
                  </a:tcPr>
                </a:tc>
              </a:tr>
              <a:tr h="299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025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C3-X (Extra)</a:t>
                      </a:r>
                      <a:endParaRPr sz="1050">
                        <a:solidFill>
                          <a:srgbClr val="20252B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68575" marL="68575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025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Same as C2 with 400ms latency.</a:t>
                      </a:r>
                      <a:endParaRPr sz="1050">
                        <a:solidFill>
                          <a:srgbClr val="20252B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68575" marL="68575" anchor="ctr"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cxnSp>
        <p:nvCxnSpPr>
          <p:cNvPr id="544" name="Google Shape;544;p58"/>
          <p:cNvCxnSpPr/>
          <p:nvPr/>
        </p:nvCxnSpPr>
        <p:spPr>
          <a:xfrm>
            <a:off x="373035" y="4797796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p59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0" name="Google Shape;550;p59"/>
          <p:cNvSpPr txBox="1"/>
          <p:nvPr>
            <p:ph idx="9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CMPS4191 Advanced Web Technologies Test 2</a:t>
            </a:r>
            <a:endParaRPr/>
          </a:p>
        </p:txBody>
      </p:sp>
      <p:grpSp>
        <p:nvGrpSpPr>
          <p:cNvPr id="551" name="Google Shape;551;p59"/>
          <p:cNvGrpSpPr/>
          <p:nvPr/>
        </p:nvGrpSpPr>
        <p:grpSpPr>
          <a:xfrm>
            <a:off x="235673" y="4018024"/>
            <a:ext cx="214460" cy="708906"/>
            <a:chOff x="8278241" y="2502000"/>
            <a:chExt cx="324300" cy="1072150"/>
          </a:xfrm>
        </p:grpSpPr>
        <p:sp>
          <p:nvSpPr>
            <p:cNvPr id="552" name="Google Shape;552;p59"/>
            <p:cNvSpPr/>
            <p:nvPr/>
          </p:nvSpPr>
          <p:spPr>
            <a:xfrm>
              <a:off x="8278241" y="2502000"/>
              <a:ext cx="324300" cy="280500"/>
            </a:xfrm>
            <a:prstGeom prst="triangle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" name="Google Shape;553;p59"/>
            <p:cNvSpPr/>
            <p:nvPr/>
          </p:nvSpPr>
          <p:spPr>
            <a:xfrm>
              <a:off x="8278241" y="2897825"/>
              <a:ext cx="324300" cy="280500"/>
            </a:xfrm>
            <a:prstGeom prst="triangle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" name="Google Shape;554;p59"/>
            <p:cNvSpPr/>
            <p:nvPr/>
          </p:nvSpPr>
          <p:spPr>
            <a:xfrm>
              <a:off x="8278241" y="3293650"/>
              <a:ext cx="324300" cy="280500"/>
            </a:xfrm>
            <a:prstGeom prst="triangle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55" name="Google Shape;555;p59"/>
          <p:cNvSpPr txBox="1"/>
          <p:nvPr>
            <p:ph idx="4294967295" type="title"/>
          </p:nvPr>
        </p:nvSpPr>
        <p:spPr>
          <a:xfrm>
            <a:off x="342900" y="457200"/>
            <a:ext cx="8458200" cy="6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IBM Plex Sans SemiBold"/>
                <a:ea typeface="IBM Plex Sans SemiBold"/>
                <a:cs typeface="IBM Plex Sans SemiBold"/>
                <a:sym typeface="IBM Plex Sans SemiBold"/>
              </a:rPr>
              <a:t>RESULTS</a:t>
            </a:r>
            <a:endParaRPr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cxnSp>
        <p:nvCxnSpPr>
          <p:cNvPr id="556" name="Google Shape;556;p59"/>
          <p:cNvCxnSpPr/>
          <p:nvPr/>
        </p:nvCxnSpPr>
        <p:spPr>
          <a:xfrm>
            <a:off x="342977" y="1191996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57" name="Google Shape;557;p59"/>
          <p:cNvCxnSpPr/>
          <p:nvPr/>
        </p:nvCxnSpPr>
        <p:spPr>
          <a:xfrm>
            <a:off x="342977" y="4606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58" name="Google Shape;558;p59"/>
          <p:cNvCxnSpPr/>
          <p:nvPr/>
        </p:nvCxnSpPr>
        <p:spPr>
          <a:xfrm>
            <a:off x="371302" y="4799171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559" name="Google Shape;559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6870" y="1525075"/>
            <a:ext cx="7523308" cy="280502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60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65" name="Google Shape;565;p60"/>
          <p:cNvSpPr txBox="1"/>
          <p:nvPr>
            <p:ph idx="9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CMPS4191 Advanced Web Technologies Test 2</a:t>
            </a:r>
            <a:endParaRPr/>
          </a:p>
        </p:txBody>
      </p:sp>
      <p:grpSp>
        <p:nvGrpSpPr>
          <p:cNvPr id="566" name="Google Shape;566;p60"/>
          <p:cNvGrpSpPr/>
          <p:nvPr/>
        </p:nvGrpSpPr>
        <p:grpSpPr>
          <a:xfrm>
            <a:off x="235673" y="4018024"/>
            <a:ext cx="214460" cy="708906"/>
            <a:chOff x="8278241" y="2502000"/>
            <a:chExt cx="324300" cy="1072150"/>
          </a:xfrm>
        </p:grpSpPr>
        <p:sp>
          <p:nvSpPr>
            <p:cNvPr id="567" name="Google Shape;567;p60"/>
            <p:cNvSpPr/>
            <p:nvPr/>
          </p:nvSpPr>
          <p:spPr>
            <a:xfrm>
              <a:off x="8278241" y="2502000"/>
              <a:ext cx="324300" cy="280500"/>
            </a:xfrm>
            <a:prstGeom prst="triangle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" name="Google Shape;568;p60"/>
            <p:cNvSpPr/>
            <p:nvPr/>
          </p:nvSpPr>
          <p:spPr>
            <a:xfrm>
              <a:off x="8278241" y="2897825"/>
              <a:ext cx="324300" cy="280500"/>
            </a:xfrm>
            <a:prstGeom prst="triangle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" name="Google Shape;569;p60"/>
            <p:cNvSpPr/>
            <p:nvPr/>
          </p:nvSpPr>
          <p:spPr>
            <a:xfrm>
              <a:off x="8278241" y="3293650"/>
              <a:ext cx="324300" cy="280500"/>
            </a:xfrm>
            <a:prstGeom prst="triangle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70" name="Google Shape;570;p60"/>
          <p:cNvSpPr txBox="1"/>
          <p:nvPr>
            <p:ph idx="4294967295" type="title"/>
          </p:nvPr>
        </p:nvSpPr>
        <p:spPr>
          <a:xfrm>
            <a:off x="342900" y="457200"/>
            <a:ext cx="8458200" cy="6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IBM Plex Sans SemiBold"/>
                <a:ea typeface="IBM Plex Sans SemiBold"/>
                <a:cs typeface="IBM Plex Sans SemiBold"/>
                <a:sym typeface="IBM Plex Sans SemiBold"/>
              </a:rPr>
              <a:t>REQUEST COUNT</a:t>
            </a:r>
            <a:endParaRPr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cxnSp>
        <p:nvCxnSpPr>
          <p:cNvPr id="571" name="Google Shape;571;p60"/>
          <p:cNvCxnSpPr/>
          <p:nvPr/>
        </p:nvCxnSpPr>
        <p:spPr>
          <a:xfrm>
            <a:off x="342977" y="1191996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72" name="Google Shape;572;p60"/>
          <p:cNvCxnSpPr/>
          <p:nvPr/>
        </p:nvCxnSpPr>
        <p:spPr>
          <a:xfrm>
            <a:off x="342977" y="4606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73" name="Google Shape;573;p60"/>
          <p:cNvCxnSpPr/>
          <p:nvPr/>
        </p:nvCxnSpPr>
        <p:spPr>
          <a:xfrm>
            <a:off x="371302" y="4799171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574" name="Google Shape;574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8707" y="1309550"/>
            <a:ext cx="6155080" cy="3372070"/>
          </a:xfrm>
          <a:prstGeom prst="rect">
            <a:avLst/>
          </a:prstGeom>
          <a:noFill/>
          <a:ln>
            <a:noFill/>
          </a:ln>
        </p:spPr>
      </p:pic>
      <p:sp>
        <p:nvSpPr>
          <p:cNvPr id="575" name="Google Shape;575;p60"/>
          <p:cNvSpPr txBox="1"/>
          <p:nvPr>
            <p:ph idx="4294967295" type="body"/>
          </p:nvPr>
        </p:nvSpPr>
        <p:spPr>
          <a:xfrm>
            <a:off x="6888950" y="1773450"/>
            <a:ext cx="1953300" cy="295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IBM Plex Sans"/>
                <a:ea typeface="IBM Plex Sans"/>
                <a:cs typeface="IBM Plex Sans"/>
                <a:sym typeface="IBM Plex Sans"/>
              </a:rPr>
              <a:t>204 No Content response for long polling in A.</a:t>
            </a:r>
            <a:endParaRPr sz="11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" sz="1100">
                <a:latin typeface="IBM Plex Sans"/>
                <a:ea typeface="IBM Plex Sans"/>
                <a:cs typeface="IBM Plex Sans"/>
                <a:sym typeface="IBM Plex Sans"/>
              </a:rPr>
              <a:t>High long polling requests with simulated updates (C2, C3).</a:t>
            </a:r>
            <a:endParaRPr sz="11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" sz="1100">
                <a:latin typeface="IBM Plex Sans"/>
                <a:ea typeface="IBM Plex Sans"/>
                <a:cs typeface="IBM Plex Sans"/>
                <a:sym typeface="IBM Plex Sans"/>
              </a:rPr>
              <a:t>Short polling consistent across C1, C2, C3.</a:t>
            </a:r>
            <a:endParaRPr sz="11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" sz="1100">
                <a:latin typeface="IBM Plex Sans"/>
                <a:ea typeface="IBM Plex Sans"/>
                <a:cs typeface="IBM Plex Sans"/>
                <a:sym typeface="IBM Plex Sans"/>
              </a:rPr>
              <a:t>Same request count for long polling C2 and C3. 200ms aligns with 200ms ticker.</a:t>
            </a:r>
            <a:endParaRPr sz="11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" sz="1100">
                <a:latin typeface="IBM Plex Sans"/>
                <a:ea typeface="IBM Plex Sans"/>
                <a:cs typeface="IBM Plex Sans"/>
                <a:sym typeface="IBM Plex Sans"/>
              </a:rPr>
              <a:t>400 ms latency in C3-X halves long polling request count.</a:t>
            </a:r>
            <a:endParaRPr sz="11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spcBef>
                <a:spcPts val="500"/>
              </a:spcBef>
              <a:spcAft>
                <a:spcPts val="500"/>
              </a:spcAft>
              <a:buNone/>
            </a:pPr>
            <a:r>
              <a:t/>
            </a:r>
            <a:endParaRPr sz="11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76" name="Google Shape;576;p60"/>
          <p:cNvSpPr txBox="1"/>
          <p:nvPr>
            <p:ph idx="6" type="subTitle"/>
          </p:nvPr>
        </p:nvSpPr>
        <p:spPr>
          <a:xfrm>
            <a:off x="7080500" y="1378125"/>
            <a:ext cx="17619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 sz="1200">
                <a:latin typeface="IBM Plex Mono SemiBold"/>
                <a:ea typeface="IBM Plex Mono SemiBold"/>
                <a:cs typeface="IBM Plex Mono SemiBold"/>
                <a:sym typeface="IBM Plex Mono SemiBold"/>
              </a:rPr>
              <a:t>KEY POINTS</a:t>
            </a:r>
            <a:endParaRPr sz="1200">
              <a:latin typeface="IBM Plex Mono SemiBold"/>
              <a:ea typeface="IBM Plex Mono SemiBold"/>
              <a:cs typeface="IBM Plex Mono SemiBold"/>
              <a:sym typeface="IBM Plex Mono SemiBold"/>
            </a:endParaRPr>
          </a:p>
        </p:txBody>
      </p:sp>
      <p:sp>
        <p:nvSpPr>
          <p:cNvPr id="577" name="Google Shape;577;p60"/>
          <p:cNvSpPr/>
          <p:nvPr/>
        </p:nvSpPr>
        <p:spPr>
          <a:xfrm>
            <a:off x="6888952" y="1473811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61"/>
          <p:cNvSpPr txBox="1"/>
          <p:nvPr>
            <p:ph idx="12" type="sldNum"/>
          </p:nvPr>
        </p:nvSpPr>
        <p:spPr>
          <a:xfrm>
            <a:off x="8229600" y="4799170"/>
            <a:ext cx="457200" cy="27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83" name="Google Shape;583;p61"/>
          <p:cNvSpPr txBox="1"/>
          <p:nvPr>
            <p:ph idx="9" type="subTitle"/>
          </p:nvPr>
        </p:nvSpPr>
        <p:spPr>
          <a:xfrm>
            <a:off x="342900" y="4799170"/>
            <a:ext cx="4239900" cy="273900"/>
          </a:xfrm>
          <a:prstGeom prst="rect">
            <a:avLst/>
          </a:prstGeom>
        </p:spPr>
        <p:txBody>
          <a:bodyPr anchorCtr="0" anchor="ctr" bIns="91425" lIns="13715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CMPS4191 Advanced Web Technologies Test 2</a:t>
            </a:r>
            <a:endParaRPr/>
          </a:p>
        </p:txBody>
      </p:sp>
      <p:grpSp>
        <p:nvGrpSpPr>
          <p:cNvPr id="584" name="Google Shape;584;p61"/>
          <p:cNvGrpSpPr/>
          <p:nvPr/>
        </p:nvGrpSpPr>
        <p:grpSpPr>
          <a:xfrm>
            <a:off x="235673" y="4018024"/>
            <a:ext cx="214460" cy="708906"/>
            <a:chOff x="8278241" y="2502000"/>
            <a:chExt cx="324300" cy="1072150"/>
          </a:xfrm>
        </p:grpSpPr>
        <p:sp>
          <p:nvSpPr>
            <p:cNvPr id="585" name="Google Shape;585;p61"/>
            <p:cNvSpPr/>
            <p:nvPr/>
          </p:nvSpPr>
          <p:spPr>
            <a:xfrm>
              <a:off x="8278241" y="2502000"/>
              <a:ext cx="324300" cy="280500"/>
            </a:xfrm>
            <a:prstGeom prst="triangle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" name="Google Shape;586;p61"/>
            <p:cNvSpPr/>
            <p:nvPr/>
          </p:nvSpPr>
          <p:spPr>
            <a:xfrm>
              <a:off x="8278241" y="2897825"/>
              <a:ext cx="324300" cy="280500"/>
            </a:xfrm>
            <a:prstGeom prst="triangle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" name="Google Shape;587;p61"/>
            <p:cNvSpPr/>
            <p:nvPr/>
          </p:nvSpPr>
          <p:spPr>
            <a:xfrm>
              <a:off x="8278241" y="3293650"/>
              <a:ext cx="324300" cy="280500"/>
            </a:xfrm>
            <a:prstGeom prst="triangle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88" name="Google Shape;588;p61"/>
          <p:cNvSpPr txBox="1"/>
          <p:nvPr>
            <p:ph idx="4294967295" type="title"/>
          </p:nvPr>
        </p:nvSpPr>
        <p:spPr>
          <a:xfrm>
            <a:off x="342900" y="457200"/>
            <a:ext cx="8458200" cy="6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IBM Plex Sans SemiBold"/>
                <a:ea typeface="IBM Plex Sans SemiBold"/>
                <a:cs typeface="IBM Plex Sans SemiBold"/>
                <a:sym typeface="IBM Plex Sans SemiBold"/>
              </a:rPr>
              <a:t>DETECTION DELAY</a:t>
            </a:r>
            <a:endParaRPr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cxnSp>
        <p:nvCxnSpPr>
          <p:cNvPr id="589" name="Google Shape;589;p61"/>
          <p:cNvCxnSpPr/>
          <p:nvPr/>
        </p:nvCxnSpPr>
        <p:spPr>
          <a:xfrm>
            <a:off x="342977" y="1191996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0" name="Google Shape;590;p61"/>
          <p:cNvCxnSpPr/>
          <p:nvPr/>
        </p:nvCxnSpPr>
        <p:spPr>
          <a:xfrm>
            <a:off x="342977" y="460693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1" name="Google Shape;591;p61"/>
          <p:cNvCxnSpPr/>
          <p:nvPr/>
        </p:nvCxnSpPr>
        <p:spPr>
          <a:xfrm>
            <a:off x="371302" y="4799171"/>
            <a:ext cx="8471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92" name="Google Shape;592;p61"/>
          <p:cNvSpPr txBox="1"/>
          <p:nvPr>
            <p:ph idx="4294967295" type="body"/>
          </p:nvPr>
        </p:nvSpPr>
        <p:spPr>
          <a:xfrm>
            <a:off x="6888950" y="1773450"/>
            <a:ext cx="1953300" cy="295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IBM Plex Sans"/>
                <a:ea typeface="IBM Plex Sans"/>
                <a:cs typeface="IBM Plex Sans"/>
                <a:sym typeface="IBM Plex Sans"/>
              </a:rPr>
              <a:t>Completion-Detection Delay = Client detection time minus Terminal Commit time.</a:t>
            </a:r>
            <a:endParaRPr sz="11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" sz="1100">
                <a:latin typeface="IBM Plex Sans"/>
                <a:ea typeface="IBM Plex Sans"/>
                <a:cs typeface="IBM Plex Sans"/>
                <a:sym typeface="IBM Plex Sans"/>
              </a:rPr>
              <a:t>Long polling has lower delay across all conditions.</a:t>
            </a:r>
            <a:endParaRPr sz="11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spcBef>
                <a:spcPts val="500"/>
              </a:spcBef>
              <a:spcAft>
                <a:spcPts val="500"/>
              </a:spcAft>
              <a:buNone/>
            </a:pPr>
            <a:r>
              <a:t/>
            </a:r>
            <a:endParaRPr sz="11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93" name="Google Shape;593;p61"/>
          <p:cNvSpPr txBox="1"/>
          <p:nvPr>
            <p:ph idx="6" type="subTitle"/>
          </p:nvPr>
        </p:nvSpPr>
        <p:spPr>
          <a:xfrm>
            <a:off x="7080500" y="1378125"/>
            <a:ext cx="17619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 sz="1200">
                <a:latin typeface="IBM Plex Mono SemiBold"/>
                <a:ea typeface="IBM Plex Mono SemiBold"/>
                <a:cs typeface="IBM Plex Mono SemiBold"/>
                <a:sym typeface="IBM Plex Mono SemiBold"/>
              </a:rPr>
              <a:t>KEY POINTS</a:t>
            </a:r>
            <a:endParaRPr sz="1200">
              <a:latin typeface="IBM Plex Mono SemiBold"/>
              <a:ea typeface="IBM Plex Mono SemiBold"/>
              <a:cs typeface="IBM Plex Mono SemiBold"/>
              <a:sym typeface="IBM Plex Mono SemiBold"/>
            </a:endParaRPr>
          </a:p>
        </p:txBody>
      </p:sp>
      <p:sp>
        <p:nvSpPr>
          <p:cNvPr id="594" name="Google Shape;594;p61"/>
          <p:cNvSpPr/>
          <p:nvPr/>
        </p:nvSpPr>
        <p:spPr>
          <a:xfrm>
            <a:off x="6888952" y="1473811"/>
            <a:ext cx="132900" cy="132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95" name="Google Shape;595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3857" y="1321300"/>
            <a:ext cx="6134021" cy="33485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62"/>
          <p:cNvSpPr txBox="1"/>
          <p:nvPr>
            <p:ph idx="3" type="body"/>
          </p:nvPr>
        </p:nvSpPr>
        <p:spPr>
          <a:xfrm>
            <a:off x="342975" y="2710450"/>
            <a:ext cx="1889700" cy="173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"/>
              <a:t>Had higher observation database reads across all conditions. This is due to the the 200ms ticker in the backend implementation. </a:t>
            </a:r>
            <a:endParaRPr/>
          </a:p>
        </p:txBody>
      </p:sp>
      <p:sp>
        <p:nvSpPr>
          <p:cNvPr id="601" name="Google Shape;601;p62"/>
          <p:cNvSpPr txBox="1"/>
          <p:nvPr>
            <p:ph idx="4" type="subTitle"/>
          </p:nvPr>
        </p:nvSpPr>
        <p:spPr>
          <a:xfrm>
            <a:off x="4880825" y="2291984"/>
            <a:ext cx="15873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BOTH</a:t>
            </a:r>
            <a:endParaRPr/>
          </a:p>
        </p:txBody>
      </p:sp>
      <p:sp>
        <p:nvSpPr>
          <p:cNvPr id="602" name="Google Shape;602;p62"/>
          <p:cNvSpPr txBox="1"/>
          <p:nvPr>
            <p:ph idx="7" type="body"/>
          </p:nvPr>
        </p:nvSpPr>
        <p:spPr>
          <a:xfrm>
            <a:off x="2460700" y="2710450"/>
            <a:ext cx="1889700" cy="173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"/>
              <a:t>Didn’t result in any 204 No Content responses. This is expected as the job snapshot should be returned in short polling.</a:t>
            </a:r>
            <a:endParaRPr/>
          </a:p>
        </p:txBody>
      </p:sp>
      <p:sp>
        <p:nvSpPr>
          <p:cNvPr id="603" name="Google Shape;603;p62"/>
          <p:cNvSpPr txBox="1"/>
          <p:nvPr>
            <p:ph idx="6" type="subTitle"/>
          </p:nvPr>
        </p:nvSpPr>
        <p:spPr>
          <a:xfrm>
            <a:off x="2763000" y="2291984"/>
            <a:ext cx="15873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SHORT POLLING</a:t>
            </a:r>
            <a:endParaRPr/>
          </a:p>
        </p:txBody>
      </p:sp>
      <p:sp>
        <p:nvSpPr>
          <p:cNvPr id="604" name="Google Shape;604;p62"/>
          <p:cNvSpPr txBox="1"/>
          <p:nvPr>
            <p:ph idx="8" type="subTitle"/>
          </p:nvPr>
        </p:nvSpPr>
        <p:spPr>
          <a:xfrm>
            <a:off x="6998650" y="2291984"/>
            <a:ext cx="15873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BOTH</a:t>
            </a:r>
            <a:endParaRPr/>
          </a:p>
        </p:txBody>
      </p:sp>
      <p:sp>
        <p:nvSpPr>
          <p:cNvPr id="605" name="Google Shape;605;p62"/>
          <p:cNvSpPr txBox="1"/>
          <p:nvPr>
            <p:ph idx="2" type="subTitle"/>
          </p:nvPr>
        </p:nvSpPr>
        <p:spPr>
          <a:xfrm>
            <a:off x="645275" y="2291984"/>
            <a:ext cx="15873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LONG POLLING</a:t>
            </a:r>
            <a:endParaRPr/>
          </a:p>
        </p:txBody>
      </p:sp>
      <p:sp>
        <p:nvSpPr>
          <p:cNvPr id="606" name="Google Shape;606;p62"/>
          <p:cNvSpPr txBox="1"/>
          <p:nvPr>
            <p:ph idx="1" type="body"/>
          </p:nvPr>
        </p:nvSpPr>
        <p:spPr>
          <a:xfrm>
            <a:off x="6696350" y="2710450"/>
            <a:ext cx="1889700" cy="173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"/>
              <a:t>Processing duration were consistent across both polling modes. Non-artificial duration has the real processing being around 500-600ms.</a:t>
            </a:r>
            <a:endParaRPr/>
          </a:p>
        </p:txBody>
      </p:sp>
      <p:sp>
        <p:nvSpPr>
          <p:cNvPr id="607" name="Google Shape;607;p62"/>
          <p:cNvSpPr txBox="1"/>
          <p:nvPr>
            <p:ph type="title"/>
          </p:nvPr>
        </p:nvSpPr>
        <p:spPr>
          <a:xfrm>
            <a:off x="342900" y="457200"/>
            <a:ext cx="8458200" cy="1581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NOTABLE RESULTS</a:t>
            </a:r>
            <a:endParaRPr/>
          </a:p>
        </p:txBody>
      </p:sp>
      <p:sp>
        <p:nvSpPr>
          <p:cNvPr id="608" name="Google Shape;608;p62"/>
          <p:cNvSpPr txBox="1"/>
          <p:nvPr>
            <p:ph idx="5" type="body"/>
          </p:nvPr>
        </p:nvSpPr>
        <p:spPr>
          <a:xfrm>
            <a:off x="4578525" y="2710450"/>
            <a:ext cx="1889700" cy="173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"/>
              <a:t>Run variations sometimes skipped an intermediate version. This is due to timing in short polling interval, long polling ticker, latency, and browser packet queuing.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63"/>
          <p:cNvSpPr txBox="1"/>
          <p:nvPr>
            <p:ph idx="6" type="subTitle"/>
          </p:nvPr>
        </p:nvSpPr>
        <p:spPr>
          <a:xfrm>
            <a:off x="4005150" y="3638238"/>
            <a:ext cx="46818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Ticker can potentially be optimized or implemented using a channel-based notification approach.</a:t>
            </a:r>
            <a:endParaRPr/>
          </a:p>
        </p:txBody>
      </p:sp>
      <p:sp>
        <p:nvSpPr>
          <p:cNvPr id="614" name="Google Shape;614;p63"/>
          <p:cNvSpPr txBox="1"/>
          <p:nvPr>
            <p:ph type="title"/>
          </p:nvPr>
        </p:nvSpPr>
        <p:spPr>
          <a:xfrm>
            <a:off x="457200" y="1195125"/>
            <a:ext cx="2727300" cy="26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ImageLab v2 Conclusions</a:t>
            </a:r>
            <a:endParaRPr sz="3200"/>
          </a:p>
        </p:txBody>
      </p:sp>
      <p:sp>
        <p:nvSpPr>
          <p:cNvPr id="615" name="Google Shape;615;p63"/>
          <p:cNvSpPr txBox="1"/>
          <p:nvPr>
            <p:ph idx="1" type="subTitle"/>
          </p:nvPr>
        </p:nvSpPr>
        <p:spPr>
          <a:xfrm>
            <a:off x="4005150" y="1105813"/>
            <a:ext cx="46818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Long polling is better than short polling in some cases, but worse in others.</a:t>
            </a:r>
            <a:endParaRPr/>
          </a:p>
        </p:txBody>
      </p:sp>
      <p:sp>
        <p:nvSpPr>
          <p:cNvPr id="616" name="Google Shape;616;p63"/>
          <p:cNvSpPr txBox="1"/>
          <p:nvPr>
            <p:ph idx="5" type="subTitle"/>
          </p:nvPr>
        </p:nvSpPr>
        <p:spPr>
          <a:xfrm>
            <a:off x="4005150" y="3119513"/>
            <a:ext cx="46818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Still using a single worker. Limitations pertaining performance under simultaneous loads and multiple workers.</a:t>
            </a:r>
            <a:endParaRPr/>
          </a:p>
        </p:txBody>
      </p:sp>
      <p:sp>
        <p:nvSpPr>
          <p:cNvPr id="617" name="Google Shape;617;p63"/>
          <p:cNvSpPr txBox="1"/>
          <p:nvPr>
            <p:ph idx="2" type="subTitle"/>
          </p:nvPr>
        </p:nvSpPr>
        <p:spPr>
          <a:xfrm>
            <a:off x="4005150" y="1593938"/>
            <a:ext cx="46818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Long polling consistently had a lower detection delay compared to short polling.</a:t>
            </a:r>
            <a:endParaRPr/>
          </a:p>
        </p:txBody>
      </p:sp>
      <p:sp>
        <p:nvSpPr>
          <p:cNvPr id="618" name="Google Shape;618;p63"/>
          <p:cNvSpPr txBox="1"/>
          <p:nvPr>
            <p:ph idx="3" type="subTitle"/>
          </p:nvPr>
        </p:nvSpPr>
        <p:spPr>
          <a:xfrm>
            <a:off x="4005150" y="2082063"/>
            <a:ext cx="46818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Long polling works great when that lower detection delay is needed.</a:t>
            </a:r>
            <a:endParaRPr/>
          </a:p>
        </p:txBody>
      </p:sp>
      <p:sp>
        <p:nvSpPr>
          <p:cNvPr id="619" name="Google Shape;619;p63"/>
          <p:cNvSpPr txBox="1"/>
          <p:nvPr>
            <p:ph idx="4" type="subTitle"/>
          </p:nvPr>
        </p:nvSpPr>
        <p:spPr>
          <a:xfrm>
            <a:off x="4005150" y="2600788"/>
            <a:ext cx="4681800" cy="25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"/>
              <a:t>Long polling is more complex to implement than short polling.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Proposal for New Client">
  <a:themeElements>
    <a:clrScheme name="Simple Light">
      <a:dk1>
        <a:srgbClr val="004A2E"/>
      </a:dk1>
      <a:lt1>
        <a:srgbClr val="F1F1E9"/>
      </a:lt1>
      <a:dk2>
        <a:srgbClr val="00160D"/>
      </a:dk2>
      <a:lt2>
        <a:srgbClr val="26A96C"/>
      </a:lt2>
      <a:accent1>
        <a:srgbClr val="002517"/>
      </a:accent1>
      <a:accent2>
        <a:srgbClr val="1A5C42"/>
      </a:accent2>
      <a:accent3>
        <a:srgbClr val="4C806C"/>
      </a:accent3>
      <a:accent4>
        <a:srgbClr val="CCDAD5"/>
      </a:accent4>
      <a:accent5>
        <a:srgbClr val="EEF7F5"/>
      </a:accent5>
      <a:accent6>
        <a:srgbClr val="FFFFFF"/>
      </a:accent6>
      <a:hlink>
        <a:srgbClr val="26A96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