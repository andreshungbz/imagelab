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IBM Plex Mono Medium"/>
      <p:regular r:id="rId22"/>
      <p:bold r:id="rId23"/>
      <p:italic r:id="rId24"/>
      <p:boldItalic r:id="rId25"/>
    </p:embeddedFont>
    <p:embeddedFont>
      <p:font typeface="IBM Plex Sans Light"/>
      <p:regular r:id="rId26"/>
      <p:bold r:id="rId27"/>
      <p:italic r:id="rId28"/>
      <p:boldItalic r:id="rId29"/>
    </p:embeddedFont>
    <p:embeddedFont>
      <p:font typeface="IBM Plex Mono Light"/>
      <p:regular r:id="rId30"/>
      <p:bold r:id="rId31"/>
      <p:italic r:id="rId32"/>
      <p:boldItalic r:id="rId33"/>
    </p:embeddedFont>
    <p:embeddedFont>
      <p:font typeface="IBM Plex Sans Medium"/>
      <p:regular r:id="rId34"/>
      <p:bold r:id="rId35"/>
      <p:italic r:id="rId36"/>
      <p:boldItalic r:id="rId37"/>
    </p:embeddedFont>
    <p:embeddedFont>
      <p:font typeface="IBM Plex Mono SemiBold"/>
      <p:regular r:id="rId38"/>
      <p:bold r:id="rId39"/>
      <p:italic r:id="rId40"/>
      <p:boldItalic r:id="rId41"/>
    </p:embeddedFont>
    <p:embeddedFont>
      <p:font typeface="IBM Plex Sans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2F4A43-0CD5-42EF-A070-1864D87FD0C0}">
  <a:tblStyle styleId="{502F4A43-0CD5-42EF-A070-1864D87FD0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SemiBold-italic.fntdata"/><Relationship Id="rId20" Type="http://schemas.openxmlformats.org/officeDocument/2006/relationships/font" Target="fonts/IBMPlexSans-italic.fntdata"/><Relationship Id="rId42" Type="http://schemas.openxmlformats.org/officeDocument/2006/relationships/font" Target="fonts/IBMPlexSansSemiBold-regular.fntdata"/><Relationship Id="rId41" Type="http://schemas.openxmlformats.org/officeDocument/2006/relationships/font" Target="fonts/IBMPlexMonoSemiBold-boldItalic.fntdata"/><Relationship Id="rId22" Type="http://schemas.openxmlformats.org/officeDocument/2006/relationships/font" Target="fonts/IBMPlexMonoMedium-regular.fntdata"/><Relationship Id="rId44" Type="http://schemas.openxmlformats.org/officeDocument/2006/relationships/font" Target="fonts/IBMPlexSansSemiBold-italic.fntdata"/><Relationship Id="rId21" Type="http://schemas.openxmlformats.org/officeDocument/2006/relationships/font" Target="fonts/IBMPlexSans-boldItalic.fntdata"/><Relationship Id="rId43" Type="http://schemas.openxmlformats.org/officeDocument/2006/relationships/font" Target="fonts/IBMPlexSansSemiBold-bold.fntdata"/><Relationship Id="rId24" Type="http://schemas.openxmlformats.org/officeDocument/2006/relationships/font" Target="fonts/IBMPlexMonoMedium-italic.fntdata"/><Relationship Id="rId23" Type="http://schemas.openxmlformats.org/officeDocument/2006/relationships/font" Target="fonts/IBMPlexMonoMedium-bold.fntdata"/><Relationship Id="rId45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BMPlexSansLight-regular.fntdata"/><Relationship Id="rId25" Type="http://schemas.openxmlformats.org/officeDocument/2006/relationships/font" Target="fonts/IBMPlexMonoMedium-boldItalic.fntdata"/><Relationship Id="rId28" Type="http://schemas.openxmlformats.org/officeDocument/2006/relationships/font" Target="fonts/IBMPlexSansLight-italic.fntdata"/><Relationship Id="rId27" Type="http://schemas.openxmlformats.org/officeDocument/2006/relationships/font" Target="fonts/IBMPlexSansLight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BMPlexSansLigh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MonoLight-bold.fntdata"/><Relationship Id="rId30" Type="http://schemas.openxmlformats.org/officeDocument/2006/relationships/font" Target="fonts/IBMPlexMonoLight-regular.fntdata"/><Relationship Id="rId11" Type="http://schemas.openxmlformats.org/officeDocument/2006/relationships/slide" Target="slides/slide4.xml"/><Relationship Id="rId33" Type="http://schemas.openxmlformats.org/officeDocument/2006/relationships/font" Target="fonts/IBMPlexMonoLight-boldItalic.fntdata"/><Relationship Id="rId10" Type="http://schemas.openxmlformats.org/officeDocument/2006/relationships/slide" Target="slides/slide3.xml"/><Relationship Id="rId32" Type="http://schemas.openxmlformats.org/officeDocument/2006/relationships/font" Target="fonts/IBMPlexMonoLight-italic.fntdata"/><Relationship Id="rId13" Type="http://schemas.openxmlformats.org/officeDocument/2006/relationships/slide" Target="slides/slide6.xml"/><Relationship Id="rId35" Type="http://schemas.openxmlformats.org/officeDocument/2006/relationships/font" Target="fonts/IBMPlexSansMedium-bold.fntdata"/><Relationship Id="rId12" Type="http://schemas.openxmlformats.org/officeDocument/2006/relationships/slide" Target="slides/slide5.xml"/><Relationship Id="rId34" Type="http://schemas.openxmlformats.org/officeDocument/2006/relationships/font" Target="fonts/IBMPlexSansMedium-regular.fntdata"/><Relationship Id="rId15" Type="http://schemas.openxmlformats.org/officeDocument/2006/relationships/slide" Target="slides/slide8.xml"/><Relationship Id="rId37" Type="http://schemas.openxmlformats.org/officeDocument/2006/relationships/font" Target="fonts/IBMPlexSansMedium-boldItalic.fntdata"/><Relationship Id="rId14" Type="http://schemas.openxmlformats.org/officeDocument/2006/relationships/slide" Target="slides/slide7.xml"/><Relationship Id="rId36" Type="http://schemas.openxmlformats.org/officeDocument/2006/relationships/font" Target="fonts/IBMPlexSansMedium-italic.fntdata"/><Relationship Id="rId17" Type="http://schemas.openxmlformats.org/officeDocument/2006/relationships/slide" Target="slides/slide10.xml"/><Relationship Id="rId39" Type="http://schemas.openxmlformats.org/officeDocument/2006/relationships/font" Target="fonts/IBMPlexMonoSemiBold-bold.fntdata"/><Relationship Id="rId16" Type="http://schemas.openxmlformats.org/officeDocument/2006/relationships/slide" Target="slides/slide9.xml"/><Relationship Id="rId38" Type="http://schemas.openxmlformats.org/officeDocument/2006/relationships/font" Target="fonts/IBMPlexMonoSemiBold-regular.fntdata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5c3ea6e50c4751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5c3ea6e50c4751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5c3ea6e50c47510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h5c3ea6e50c47510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5c3ea6e50c47510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h5c3ea6e50c47510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5c3ea6e50c47510b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h5c3ea6e50c47510b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5c3ea6e50c47510b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5c3ea6e50c47510b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h5c3ea6e50c47510b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h5c3ea6e50c47510b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h5c3ea6e50c47510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h5c3ea6e50c47510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h5c3ea6e50c47510b_0_1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h5c3ea6e50c47510b_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h5c3ea6e50c47510b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h5c3ea6e50c47510b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h5c3ea6e50c47510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h5c3ea6e50c47510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42900" y="452925"/>
            <a:ext cx="3544800" cy="41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1" name="Google Shape;71;p17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72" name="Google Shape;72;p17"/>
          <p:cNvSpPr/>
          <p:nvPr>
            <p:ph idx="2" type="pic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4797600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77" name="Google Shape;77;p18"/>
          <p:cNvSpPr/>
          <p:nvPr>
            <p:ph idx="2" type="pic"/>
          </p:nvPr>
        </p:nvSpPr>
        <p:spPr>
          <a:xfrm>
            <a:off x="4582800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42975" y="2630575"/>
            <a:ext cx="37527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452925"/>
            <a:ext cx="3752700" cy="20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2736">
          <p15:clr>
            <a:srgbClr val="E46962"/>
          </p15:clr>
        </p15:guide>
        <p15:guide id="4" pos="5184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4582900" y="1058100"/>
            <a:ext cx="10476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2" type="subTitle"/>
          </p:nvPr>
        </p:nvSpPr>
        <p:spPr>
          <a:xfrm>
            <a:off x="6284500" y="1058100"/>
            <a:ext cx="24024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42900" y="1817100"/>
            <a:ext cx="3650700" cy="15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4582900" y="1058100"/>
            <a:ext cx="41040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8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42900" y="452925"/>
            <a:ext cx="5394600" cy="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6" name="Google Shape;96;p21"/>
          <p:cNvSpPr/>
          <p:nvPr/>
        </p:nvSpPr>
        <p:spPr>
          <a:xfrm>
            <a:off x="453727" y="15909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645275" y="1495225"/>
            <a:ext cx="53946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342975" y="1913700"/>
            <a:ext cx="5697000" cy="26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idea with image" type="tx">
  <p:cSld name="TITLE_AND_BOD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1" type="subTitle"/>
          </p:nvPr>
        </p:nvSpPr>
        <p:spPr>
          <a:xfrm>
            <a:off x="5239600" y="87178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2" type="body"/>
          </p:nvPr>
        </p:nvSpPr>
        <p:spPr>
          <a:xfrm>
            <a:off x="4937300" y="1290250"/>
            <a:ext cx="2875500" cy="28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  <p15:guide id="2" orient="horz" pos="259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image">
  <p:cSld name="TITLE_AND_BODY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idx="1" type="subTitle"/>
          </p:nvPr>
        </p:nvSpPr>
        <p:spPr>
          <a:xfrm>
            <a:off x="5239600" y="871784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2" type="body"/>
          </p:nvPr>
        </p:nvSpPr>
        <p:spPr>
          <a:xfrm>
            <a:off x="4937300" y="1290250"/>
            <a:ext cx="3748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3" type="subTitle"/>
          </p:nvPr>
        </p:nvSpPr>
        <p:spPr>
          <a:xfrm>
            <a:off x="5239600" y="1997709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4" type="body"/>
          </p:nvPr>
        </p:nvSpPr>
        <p:spPr>
          <a:xfrm>
            <a:off x="4937300" y="2416175"/>
            <a:ext cx="3748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5" type="subTitle"/>
          </p:nvPr>
        </p:nvSpPr>
        <p:spPr>
          <a:xfrm>
            <a:off x="5239600" y="3123634"/>
            <a:ext cx="3461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6" type="body"/>
          </p:nvPr>
        </p:nvSpPr>
        <p:spPr>
          <a:xfrm>
            <a:off x="4937300" y="3542100"/>
            <a:ext cx="3748200" cy="5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title"/>
          </p:nvPr>
        </p:nvSpPr>
        <p:spPr>
          <a:xfrm>
            <a:off x="1223925" y="457200"/>
            <a:ext cx="34350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type="twoColTx">
  <p:cSld name="TITLE_AND_TWO_COLUMN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42900" y="2506825"/>
            <a:ext cx="8343900" cy="1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mall image with footer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42900" y="457200"/>
            <a:ext cx="53436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736">
          <p15:clr>
            <a:srgbClr val="E46962"/>
          </p15:clr>
        </p15:guide>
        <p15:guide id="2" pos="5184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ONE_COLUMN_TEXT"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hasCustomPrompt="1" type="title"/>
          </p:nvPr>
        </p:nvSpPr>
        <p:spPr>
          <a:xfrm>
            <a:off x="-2143950" y="25"/>
            <a:ext cx="112077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0"/>
              <a:buNone/>
              <a:defRPr sz="2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42900" y="452925"/>
            <a:ext cx="28593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●"/>
              <a:defRPr>
                <a:solidFill>
                  <a:schemeClr val="accent6"/>
                </a:solidFill>
              </a:defRPr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BM Plex Sans Light"/>
              <a:buChar char="○"/>
              <a:defRPr>
                <a:solidFill>
                  <a:schemeClr val="accent6"/>
                </a:solidFill>
              </a:defRPr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SzPts val="1200"/>
              <a:buFont typeface="IBM Plex Sans Light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ubtitle, body and images">
  <p:cSld name="MAIN_POI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/>
          <p:nvPr>
            <p:ph idx="2" type="pic"/>
          </p:nvPr>
        </p:nvSpPr>
        <p:spPr>
          <a:xfrm>
            <a:off x="6708900" y="457200"/>
            <a:ext cx="1977900" cy="19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7"/>
          <p:cNvSpPr/>
          <p:nvPr>
            <p:ph idx="3" type="pic"/>
          </p:nvPr>
        </p:nvSpPr>
        <p:spPr>
          <a:xfrm>
            <a:off x="6708900" y="2591100"/>
            <a:ext cx="1977900" cy="19779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7"/>
          <p:cNvSpPr txBox="1"/>
          <p:nvPr>
            <p:ph idx="1" type="subTitle"/>
          </p:nvPr>
        </p:nvSpPr>
        <p:spPr>
          <a:xfrm>
            <a:off x="645275" y="551372"/>
            <a:ext cx="1772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4" type="subTitle"/>
          </p:nvPr>
        </p:nvSpPr>
        <p:spPr>
          <a:xfrm>
            <a:off x="2417375" y="551375"/>
            <a:ext cx="37512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5" type="body"/>
          </p:nvPr>
        </p:nvSpPr>
        <p:spPr>
          <a:xfrm>
            <a:off x="342975" y="969850"/>
            <a:ext cx="4876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6" type="subTitle"/>
          </p:nvPr>
        </p:nvSpPr>
        <p:spPr>
          <a:xfrm>
            <a:off x="645275" y="2605522"/>
            <a:ext cx="1772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7" type="subTitle"/>
          </p:nvPr>
        </p:nvSpPr>
        <p:spPr>
          <a:xfrm>
            <a:off x="2417375" y="2605525"/>
            <a:ext cx="37512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8" type="body"/>
          </p:nvPr>
        </p:nvSpPr>
        <p:spPr>
          <a:xfrm>
            <a:off x="342975" y="3024000"/>
            <a:ext cx="4876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" type="subTitle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3" type="subTitle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4" type="body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5" type="subTitle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6" type="body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0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57" name="Google Shape;157;p29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9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9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 txBox="1"/>
          <p:nvPr>
            <p:ph idx="1" type="subTitle"/>
          </p:nvPr>
        </p:nvSpPr>
        <p:spPr>
          <a:xfrm>
            <a:off x="64527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1" name="Google Shape;161;p29"/>
          <p:cNvSpPr txBox="1"/>
          <p:nvPr>
            <p:ph idx="2" type="body"/>
          </p:nvPr>
        </p:nvSpPr>
        <p:spPr>
          <a:xfrm>
            <a:off x="34297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62" name="Google Shape;162;p29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9"/>
          <p:cNvSpPr/>
          <p:nvPr/>
        </p:nvSpPr>
        <p:spPr>
          <a:xfrm>
            <a:off x="33240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idx="3" type="subTitle"/>
          </p:nvPr>
        </p:nvSpPr>
        <p:spPr>
          <a:xfrm>
            <a:off x="3515600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>
            <p:ph idx="4" type="body"/>
          </p:nvPr>
        </p:nvSpPr>
        <p:spPr>
          <a:xfrm>
            <a:off x="3213300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6" name="Google Shape;166;p29"/>
          <p:cNvSpPr/>
          <p:nvPr/>
        </p:nvSpPr>
        <p:spPr>
          <a:xfrm>
            <a:off x="61943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5" type="subTitle"/>
          </p:nvPr>
        </p:nvSpPr>
        <p:spPr>
          <a:xfrm>
            <a:off x="6385925" y="2291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6" type="body"/>
          </p:nvPr>
        </p:nvSpPr>
        <p:spPr>
          <a:xfrm>
            <a:off x="6083625" y="2710450"/>
            <a:ext cx="27174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6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73" name="Google Shape;173;p30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30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30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" type="subTitle"/>
          </p:nvPr>
        </p:nvSpPr>
        <p:spPr>
          <a:xfrm>
            <a:off x="645275" y="2291984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2" type="body"/>
          </p:nvPr>
        </p:nvSpPr>
        <p:spPr>
          <a:xfrm>
            <a:off x="342975" y="2710450"/>
            <a:ext cx="3923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78" name="Google Shape;178;p30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30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>
            <p:ph idx="3" type="subTitle"/>
          </p:nvPr>
        </p:nvSpPr>
        <p:spPr>
          <a:xfrm>
            <a:off x="4880825" y="2291984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4" type="body"/>
          </p:nvPr>
        </p:nvSpPr>
        <p:spPr>
          <a:xfrm>
            <a:off x="4578525" y="2710450"/>
            <a:ext cx="3923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6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669635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type="title"/>
          </p:nvPr>
        </p:nvSpPr>
        <p:spPr>
          <a:xfrm>
            <a:off x="342900" y="457200"/>
            <a:ext cx="8458200" cy="15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187" name="Google Shape;187;p31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1"/>
          <p:cNvCxnSpPr/>
          <p:nvPr/>
        </p:nvCxnSpPr>
        <p:spPr>
          <a:xfrm>
            <a:off x="342977" y="203891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31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31"/>
          <p:cNvSpPr/>
          <p:nvPr/>
        </p:nvSpPr>
        <p:spPr>
          <a:xfrm>
            <a:off x="45372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 txBox="1"/>
          <p:nvPr>
            <p:ph idx="2" type="subTitle"/>
          </p:nvPr>
        </p:nvSpPr>
        <p:spPr>
          <a:xfrm>
            <a:off x="64527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2" name="Google Shape;192;p31"/>
          <p:cNvSpPr txBox="1"/>
          <p:nvPr>
            <p:ph idx="3" type="body"/>
          </p:nvPr>
        </p:nvSpPr>
        <p:spPr>
          <a:xfrm>
            <a:off x="34297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3" name="Google Shape;193;p31"/>
          <p:cNvSpPr/>
          <p:nvPr/>
        </p:nvSpPr>
        <p:spPr>
          <a:xfrm>
            <a:off x="4689277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 txBox="1"/>
          <p:nvPr>
            <p:ph idx="4" type="subTitle"/>
          </p:nvPr>
        </p:nvSpPr>
        <p:spPr>
          <a:xfrm>
            <a:off x="4880825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5" name="Google Shape;195;p31"/>
          <p:cNvSpPr txBox="1"/>
          <p:nvPr>
            <p:ph idx="5" type="body"/>
          </p:nvPr>
        </p:nvSpPr>
        <p:spPr>
          <a:xfrm>
            <a:off x="4578525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6" name="Google Shape;196;p31"/>
          <p:cNvSpPr/>
          <p:nvPr/>
        </p:nvSpPr>
        <p:spPr>
          <a:xfrm>
            <a:off x="257145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idx="6" type="subTitle"/>
          </p:nvPr>
        </p:nvSpPr>
        <p:spPr>
          <a:xfrm>
            <a:off x="276300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198" name="Google Shape;198;p31"/>
          <p:cNvSpPr txBox="1"/>
          <p:nvPr>
            <p:ph idx="7" type="body"/>
          </p:nvPr>
        </p:nvSpPr>
        <p:spPr>
          <a:xfrm>
            <a:off x="2460700" y="2710450"/>
            <a:ext cx="18897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" name="Google Shape;199;p31"/>
          <p:cNvSpPr/>
          <p:nvPr/>
        </p:nvSpPr>
        <p:spPr>
          <a:xfrm>
            <a:off x="6807102" y="23876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>
            <p:ph idx="8" type="subTitle"/>
          </p:nvPr>
        </p:nvSpPr>
        <p:spPr>
          <a:xfrm>
            <a:off x="6998650" y="2291984"/>
            <a:ext cx="158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E46962"/>
          </p15:clr>
        </p15:guide>
        <p15:guide id="2" pos="2884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 1">
  <p:cSld name="CUSTOM_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2" type="body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 2">
  <p:cSld name="CUSTOM_3_3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18919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2" type="body"/>
          </p:nvPr>
        </p:nvSpPr>
        <p:spPr>
          <a:xfrm>
            <a:off x="4572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46861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3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6129700" y="1058025"/>
            <a:ext cx="25569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idx="2" type="body"/>
          </p:nvPr>
        </p:nvSpPr>
        <p:spPr>
          <a:xfrm>
            <a:off x="4695000" y="1058025"/>
            <a:ext cx="1378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r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r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r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r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220" name="Google Shape;220;p34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4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22" name="Google Shape;222;p34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4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66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3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35"/>
          <p:cNvCxnSpPr/>
          <p:nvPr/>
        </p:nvCxnSpPr>
        <p:spPr>
          <a:xfrm rot="10800000">
            <a:off x="4572000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5"/>
          <p:cNvSpPr txBox="1"/>
          <p:nvPr>
            <p:ph type="title"/>
          </p:nvPr>
        </p:nvSpPr>
        <p:spPr>
          <a:xfrm>
            <a:off x="457200" y="1195125"/>
            <a:ext cx="40005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29" name="Google Shape;229;p35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5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4933600" y="1058025"/>
            <a:ext cx="3523200" cy="30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3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36"/>
          <p:cNvCxnSpPr/>
          <p:nvPr/>
        </p:nvCxnSpPr>
        <p:spPr>
          <a:xfrm rot="10800000">
            <a:off x="3319175" y="466575"/>
            <a:ext cx="0" cy="41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6"/>
          <p:cNvSpPr txBox="1"/>
          <p:nvPr>
            <p:ph type="title"/>
          </p:nvPr>
        </p:nvSpPr>
        <p:spPr>
          <a:xfrm>
            <a:off x="457200" y="1195125"/>
            <a:ext cx="2727300" cy="26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37" name="Google Shape;237;p36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6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6"/>
          <p:cNvSpPr/>
          <p:nvPr/>
        </p:nvSpPr>
        <p:spPr>
          <a:xfrm>
            <a:off x="3813602" y="12015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 txBox="1"/>
          <p:nvPr>
            <p:ph idx="1" type="subTitle"/>
          </p:nvPr>
        </p:nvSpPr>
        <p:spPr>
          <a:xfrm>
            <a:off x="4005150" y="11058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1" name="Google Shape;241;p36"/>
          <p:cNvSpPr/>
          <p:nvPr/>
        </p:nvSpPr>
        <p:spPr>
          <a:xfrm>
            <a:off x="3813602" y="16896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6"/>
          <p:cNvSpPr txBox="1"/>
          <p:nvPr>
            <p:ph idx="2" type="subTitle"/>
          </p:nvPr>
        </p:nvSpPr>
        <p:spPr>
          <a:xfrm>
            <a:off x="4005150" y="15939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3" name="Google Shape;243;p36"/>
          <p:cNvSpPr/>
          <p:nvPr/>
        </p:nvSpPr>
        <p:spPr>
          <a:xfrm>
            <a:off x="3813602" y="217776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>
            <p:ph idx="3" type="subTitle"/>
          </p:nvPr>
        </p:nvSpPr>
        <p:spPr>
          <a:xfrm>
            <a:off x="4005150" y="208206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5" name="Google Shape;245;p36"/>
          <p:cNvSpPr/>
          <p:nvPr/>
        </p:nvSpPr>
        <p:spPr>
          <a:xfrm>
            <a:off x="3813602" y="269648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6"/>
          <p:cNvSpPr txBox="1"/>
          <p:nvPr>
            <p:ph idx="4" type="subTitle"/>
          </p:nvPr>
        </p:nvSpPr>
        <p:spPr>
          <a:xfrm>
            <a:off x="4005150" y="260078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7" name="Google Shape;247;p36"/>
          <p:cNvSpPr/>
          <p:nvPr/>
        </p:nvSpPr>
        <p:spPr>
          <a:xfrm>
            <a:off x="3813602" y="321521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>
            <p:ph idx="5" type="subTitle"/>
          </p:nvPr>
        </p:nvSpPr>
        <p:spPr>
          <a:xfrm>
            <a:off x="4005150" y="3119513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49" name="Google Shape;249;p36"/>
          <p:cNvSpPr/>
          <p:nvPr/>
        </p:nvSpPr>
        <p:spPr>
          <a:xfrm>
            <a:off x="3813602" y="3733938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 txBox="1"/>
          <p:nvPr>
            <p:ph idx="6" type="subTitle"/>
          </p:nvPr>
        </p:nvSpPr>
        <p:spPr>
          <a:xfrm>
            <a:off x="4005150" y="3638238"/>
            <a:ext cx="46818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251" name="Google Shape;251;p3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ith footer">
  <p:cSld name="CUSTOM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342900" y="457200"/>
            <a:ext cx="3544800" cy="4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3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footer">
  <p:cSld name="CUSTOM_7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9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7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342900" y="457200"/>
            <a:ext cx="8458200" cy="8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4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header and footer">
  <p:cSld name="CUSTOM_2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4" name="Google Shape;274;p41"/>
          <p:cNvSpPr txBox="1"/>
          <p:nvPr>
            <p:ph idx="2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75" name="Google Shape;275;p4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342900" y="630425"/>
            <a:ext cx="83457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Light"/>
              <a:buNone/>
              <a:defRPr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342900" y="889625"/>
            <a:ext cx="83457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4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_2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84" name="Google Shape;284;p43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285" name="Google Shape;285;p43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3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342900" y="457200"/>
            <a:ext cx="83439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cxnSp>
        <p:nvCxnSpPr>
          <p:cNvPr id="289" name="Google Shape;289;p44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44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_1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45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45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45"/>
          <p:cNvSpPr/>
          <p:nvPr>
            <p:ph idx="2" type="pic"/>
          </p:nvPr>
        </p:nvSpPr>
        <p:spPr>
          <a:xfrm>
            <a:off x="457200" y="588788"/>
            <a:ext cx="8229600" cy="3835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5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_1_2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/>
        </p:nvSpPr>
        <p:spPr>
          <a:xfrm>
            <a:off x="342900" y="1834500"/>
            <a:ext cx="2778300" cy="27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1" name="Google Shape;301;p46"/>
          <p:cNvSpPr/>
          <p:nvPr/>
        </p:nvSpPr>
        <p:spPr>
          <a:xfrm>
            <a:off x="2045193" y="1513259"/>
            <a:ext cx="2393400" cy="25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2" name="Google Shape;302;p46"/>
          <p:cNvSpPr/>
          <p:nvPr/>
        </p:nvSpPr>
        <p:spPr>
          <a:xfrm>
            <a:off x="4171372" y="1976202"/>
            <a:ext cx="2393400" cy="25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3" name="Google Shape;303;p46"/>
          <p:cNvSpPr txBox="1"/>
          <p:nvPr>
            <p:ph type="title"/>
          </p:nvPr>
        </p:nvSpPr>
        <p:spPr>
          <a:xfrm>
            <a:off x="342900" y="457200"/>
            <a:ext cx="84582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4" name="Google Shape;304;p46"/>
          <p:cNvSpPr/>
          <p:nvPr/>
        </p:nvSpPr>
        <p:spPr>
          <a:xfrm>
            <a:off x="4712400" y="1513255"/>
            <a:ext cx="4092900" cy="170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5" name="Google Shape;305;p46"/>
          <p:cNvSpPr/>
          <p:nvPr>
            <p:ph idx="2" type="pic"/>
          </p:nvPr>
        </p:nvSpPr>
        <p:spPr>
          <a:xfrm>
            <a:off x="457200" y="1245883"/>
            <a:ext cx="14907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6"/>
          <p:cNvSpPr/>
          <p:nvPr>
            <p:ph idx="3" type="pic"/>
          </p:nvPr>
        </p:nvSpPr>
        <p:spPr>
          <a:xfrm>
            <a:off x="457200" y="2354103"/>
            <a:ext cx="1934700" cy="20442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6"/>
          <p:cNvSpPr/>
          <p:nvPr>
            <p:ph idx="4" type="pic"/>
          </p:nvPr>
        </p:nvSpPr>
        <p:spPr>
          <a:xfrm>
            <a:off x="2526950" y="1640193"/>
            <a:ext cx="1785300" cy="18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6"/>
          <p:cNvSpPr/>
          <p:nvPr>
            <p:ph idx="5" type="pic"/>
          </p:nvPr>
        </p:nvSpPr>
        <p:spPr>
          <a:xfrm>
            <a:off x="3284627" y="3602162"/>
            <a:ext cx="1299000" cy="10842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6"/>
          <p:cNvSpPr/>
          <p:nvPr>
            <p:ph idx="6" type="pic"/>
          </p:nvPr>
        </p:nvSpPr>
        <p:spPr>
          <a:xfrm>
            <a:off x="4583875" y="1245829"/>
            <a:ext cx="1716600" cy="23562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6"/>
          <p:cNvSpPr/>
          <p:nvPr>
            <p:ph idx="7" type="pic"/>
          </p:nvPr>
        </p:nvSpPr>
        <p:spPr>
          <a:xfrm>
            <a:off x="4718575" y="3753392"/>
            <a:ext cx="1299000" cy="6444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6"/>
          <p:cNvSpPr/>
          <p:nvPr>
            <p:ph idx="8" type="pic"/>
          </p:nvPr>
        </p:nvSpPr>
        <p:spPr>
          <a:xfrm>
            <a:off x="6445550" y="2341822"/>
            <a:ext cx="2241300" cy="23442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6"/>
          <p:cNvSpPr/>
          <p:nvPr>
            <p:ph idx="9" type="pic"/>
          </p:nvPr>
        </p:nvSpPr>
        <p:spPr>
          <a:xfrm>
            <a:off x="7387850" y="1231200"/>
            <a:ext cx="1299000" cy="9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6"/>
          <p:cNvSpPr/>
          <p:nvPr>
            <p:ph idx="13" type="pic"/>
          </p:nvPr>
        </p:nvSpPr>
        <p:spPr>
          <a:xfrm>
            <a:off x="6445750" y="1632987"/>
            <a:ext cx="805500" cy="5559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4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6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52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two images">
  <p:cSld name="CUSTOM_2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5969400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18" name="Google Shape;318;p47"/>
          <p:cNvSpPr/>
          <p:nvPr>
            <p:ph idx="2" type="pic"/>
          </p:nvPr>
        </p:nvSpPr>
        <p:spPr>
          <a:xfrm>
            <a:off x="457200" y="1625175"/>
            <a:ext cx="53454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7"/>
          <p:cNvSpPr/>
          <p:nvPr>
            <p:ph idx="3" type="pic"/>
          </p:nvPr>
        </p:nvSpPr>
        <p:spPr>
          <a:xfrm>
            <a:off x="5943600" y="1635225"/>
            <a:ext cx="2743200" cy="27993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7"/>
          <p:cNvSpPr txBox="1"/>
          <p:nvPr>
            <p:ph idx="4" type="subTitle"/>
          </p:nvPr>
        </p:nvSpPr>
        <p:spPr>
          <a:xfrm>
            <a:off x="6452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21" name="Google Shape;321;p47"/>
          <p:cNvSpPr txBox="1"/>
          <p:nvPr>
            <p:ph idx="5" type="subTitle"/>
          </p:nvPr>
        </p:nvSpPr>
        <p:spPr>
          <a:xfrm>
            <a:off x="35156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22" name="Google Shape;322;p47"/>
          <p:cNvSpPr txBox="1"/>
          <p:nvPr>
            <p:ph idx="6" type="subTitle"/>
          </p:nvPr>
        </p:nvSpPr>
        <p:spPr>
          <a:xfrm>
            <a:off x="6386075" y="479984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23" name="Google Shape;323;p47"/>
          <p:cNvSpPr txBox="1"/>
          <p:nvPr>
            <p:ph idx="7" type="body"/>
          </p:nvPr>
        </p:nvSpPr>
        <p:spPr>
          <a:xfrm>
            <a:off x="3156150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24" name="Google Shape;324;p47"/>
          <p:cNvSpPr txBox="1"/>
          <p:nvPr>
            <p:ph idx="8" type="body"/>
          </p:nvPr>
        </p:nvSpPr>
        <p:spPr>
          <a:xfrm>
            <a:off x="342975" y="771725"/>
            <a:ext cx="21339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50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50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50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500"/>
              </a:spcBef>
              <a:spcAft>
                <a:spcPts val="5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25" name="Google Shape;325;p47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26" name="Google Shape;326;p4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7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_1_1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6083625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8"/>
          <p:cNvSpPr txBox="1"/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31" name="Google Shape;331;p48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48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48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8"/>
          <p:cNvSpPr txBox="1"/>
          <p:nvPr>
            <p:ph idx="2" type="subTitle"/>
          </p:nvPr>
        </p:nvSpPr>
        <p:spPr>
          <a:xfrm>
            <a:off x="645275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5" name="Google Shape;335;p48"/>
          <p:cNvSpPr txBox="1"/>
          <p:nvPr>
            <p:ph idx="3" type="body"/>
          </p:nvPr>
        </p:nvSpPr>
        <p:spPr>
          <a:xfrm>
            <a:off x="342975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" name="Google Shape;336;p48"/>
          <p:cNvSpPr/>
          <p:nvPr/>
        </p:nvSpPr>
        <p:spPr>
          <a:xfrm>
            <a:off x="3324052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8"/>
          <p:cNvSpPr txBox="1"/>
          <p:nvPr>
            <p:ph idx="4" type="subTitle"/>
          </p:nvPr>
        </p:nvSpPr>
        <p:spPr>
          <a:xfrm>
            <a:off x="3515600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5" type="body"/>
          </p:nvPr>
        </p:nvSpPr>
        <p:spPr>
          <a:xfrm>
            <a:off x="3213300" y="3343625"/>
            <a:ext cx="27174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9" name="Google Shape;339;p48"/>
          <p:cNvSpPr/>
          <p:nvPr/>
        </p:nvSpPr>
        <p:spPr>
          <a:xfrm>
            <a:off x="61943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8"/>
          <p:cNvSpPr txBox="1"/>
          <p:nvPr>
            <p:ph idx="6" type="subTitle"/>
          </p:nvPr>
        </p:nvSpPr>
        <p:spPr>
          <a:xfrm>
            <a:off x="6385925" y="2925159"/>
            <a:ext cx="24150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41" name="Google Shape;341;p48"/>
          <p:cNvSpPr/>
          <p:nvPr>
            <p:ph idx="7" type="pic"/>
          </p:nvPr>
        </p:nvSpPr>
        <p:spPr>
          <a:xfrm>
            <a:off x="61943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8"/>
          <p:cNvSpPr/>
          <p:nvPr>
            <p:ph idx="8" type="pic"/>
          </p:nvPr>
        </p:nvSpPr>
        <p:spPr>
          <a:xfrm>
            <a:off x="45547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8"/>
          <p:cNvSpPr/>
          <p:nvPr>
            <p:ph idx="9" type="pic"/>
          </p:nvPr>
        </p:nvSpPr>
        <p:spPr>
          <a:xfrm>
            <a:off x="3324925" y="1494125"/>
            <a:ext cx="24924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48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_1_1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342900" y="452925"/>
            <a:ext cx="8458200" cy="7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48" name="Google Shape;348;p49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9"/>
          <p:cNvCxnSpPr/>
          <p:nvPr/>
        </p:nvCxnSpPr>
        <p:spPr>
          <a:xfrm>
            <a:off x="342977" y="1266068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49"/>
          <p:cNvSpPr/>
          <p:nvPr>
            <p:ph idx="2" type="pic"/>
          </p:nvPr>
        </p:nvSpPr>
        <p:spPr>
          <a:xfrm>
            <a:off x="4554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9"/>
          <p:cNvSpPr/>
          <p:nvPr/>
        </p:nvSpPr>
        <p:spPr>
          <a:xfrm>
            <a:off x="45372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9"/>
          <p:cNvSpPr txBox="1"/>
          <p:nvPr>
            <p:ph idx="1" type="subTitle"/>
          </p:nvPr>
        </p:nvSpPr>
        <p:spPr>
          <a:xfrm>
            <a:off x="645275" y="2925159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53" name="Google Shape;353;p49"/>
          <p:cNvSpPr txBox="1"/>
          <p:nvPr>
            <p:ph idx="3" type="body"/>
          </p:nvPr>
        </p:nvSpPr>
        <p:spPr>
          <a:xfrm>
            <a:off x="342975" y="3343625"/>
            <a:ext cx="39237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9"/>
          <p:cNvSpPr/>
          <p:nvPr/>
        </p:nvSpPr>
        <p:spPr>
          <a:xfrm>
            <a:off x="4689277" y="3020850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9"/>
          <p:cNvSpPr txBox="1"/>
          <p:nvPr>
            <p:ph idx="4" type="subTitle"/>
          </p:nvPr>
        </p:nvSpPr>
        <p:spPr>
          <a:xfrm>
            <a:off x="5261825" y="2925159"/>
            <a:ext cx="3621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Mono Medium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Mono Medium"/>
              <a:buNone/>
              <a:defRPr/>
            </a:lvl9pPr>
          </a:lstStyle>
          <a:p/>
        </p:txBody>
      </p:sp>
      <p:sp>
        <p:nvSpPr>
          <p:cNvPr id="356" name="Google Shape;356;p49"/>
          <p:cNvSpPr txBox="1"/>
          <p:nvPr>
            <p:ph idx="5" type="body"/>
          </p:nvPr>
        </p:nvSpPr>
        <p:spPr>
          <a:xfrm>
            <a:off x="4959525" y="3343625"/>
            <a:ext cx="39237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7" name="Google Shape;357;p49"/>
          <p:cNvSpPr/>
          <p:nvPr>
            <p:ph idx="6" type="pic"/>
          </p:nvPr>
        </p:nvSpPr>
        <p:spPr>
          <a:xfrm>
            <a:off x="5070275" y="1494125"/>
            <a:ext cx="3621300" cy="13008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49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">
  <p:cSld name="CUSTOM_4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/>
          <p:nvPr>
            <p:ph idx="1" type="subTitle"/>
          </p:nvPr>
        </p:nvSpPr>
        <p:spPr>
          <a:xfrm>
            <a:off x="342925" y="457200"/>
            <a:ext cx="40680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62" name="Google Shape;362;p50"/>
          <p:cNvSpPr txBox="1"/>
          <p:nvPr>
            <p:ph idx="2" type="subTitle"/>
          </p:nvPr>
        </p:nvSpPr>
        <p:spPr>
          <a:xfrm>
            <a:off x="4724500" y="457200"/>
            <a:ext cx="25065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63" name="Google Shape;363;p50"/>
          <p:cNvSpPr txBox="1"/>
          <p:nvPr>
            <p:ph idx="3" type="subTitle"/>
          </p:nvPr>
        </p:nvSpPr>
        <p:spPr>
          <a:xfrm>
            <a:off x="7494500" y="457200"/>
            <a:ext cx="1192500" cy="27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2000"/>
              <a:buFont typeface="IBM Plex Sans Light"/>
              <a:buNone/>
              <a:defRPr sz="2000"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364" name="Google Shape;364;p50"/>
          <p:cNvSpPr txBox="1"/>
          <p:nvPr>
            <p:ph idx="4" type="body"/>
          </p:nvPr>
        </p:nvSpPr>
        <p:spPr>
          <a:xfrm>
            <a:off x="342925" y="3553200"/>
            <a:ext cx="4068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65" name="Google Shape;365;p50"/>
          <p:cNvSpPr txBox="1"/>
          <p:nvPr>
            <p:ph idx="5" type="body"/>
          </p:nvPr>
        </p:nvSpPr>
        <p:spPr>
          <a:xfrm>
            <a:off x="4724500" y="3553200"/>
            <a:ext cx="25065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66" name="Google Shape;366;p50"/>
          <p:cNvSpPr txBox="1"/>
          <p:nvPr>
            <p:ph idx="6" type="body"/>
          </p:nvPr>
        </p:nvSpPr>
        <p:spPr>
          <a:xfrm>
            <a:off x="7494400" y="3553200"/>
            <a:ext cx="11925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367" name="Google Shape;367;p50"/>
          <p:cNvSpPr txBox="1"/>
          <p:nvPr>
            <p:ph idx="7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68" name="Google Shape;368;p5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0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lage elements">
  <p:cSld name="CUSTOM_5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type="title"/>
          </p:nvPr>
        </p:nvSpPr>
        <p:spPr>
          <a:xfrm>
            <a:off x="342900" y="452925"/>
            <a:ext cx="83544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72" name="Google Shape;372;p51"/>
          <p:cNvSpPr txBox="1"/>
          <p:nvPr>
            <p:ph idx="1" type="subTitle"/>
          </p:nvPr>
        </p:nvSpPr>
        <p:spPr>
          <a:xfrm>
            <a:off x="3429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3" name="Google Shape;373;p51"/>
          <p:cNvSpPr txBox="1"/>
          <p:nvPr>
            <p:ph idx="2" type="subTitle"/>
          </p:nvPr>
        </p:nvSpPr>
        <p:spPr>
          <a:xfrm>
            <a:off x="24731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4" name="Google Shape;374;p51"/>
          <p:cNvSpPr txBox="1"/>
          <p:nvPr>
            <p:ph idx="3" type="subTitle"/>
          </p:nvPr>
        </p:nvSpPr>
        <p:spPr>
          <a:xfrm>
            <a:off x="46033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5" name="Google Shape;375;p51"/>
          <p:cNvSpPr txBox="1"/>
          <p:nvPr>
            <p:ph idx="4" type="subTitle"/>
          </p:nvPr>
        </p:nvSpPr>
        <p:spPr>
          <a:xfrm>
            <a:off x="6733500" y="3868525"/>
            <a:ext cx="1953300" cy="2592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Sans Medium"/>
              <a:buNone/>
              <a:defRPr sz="8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10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6" name="Google Shape;376;p51"/>
          <p:cNvSpPr txBox="1"/>
          <p:nvPr>
            <p:ph idx="5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SzPts val="800"/>
              <a:buFont typeface="IBM Plex Mono Light"/>
              <a:buNone/>
              <a:defRPr sz="800"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sp>
        <p:nvSpPr>
          <p:cNvPr id="377" name="Google Shape;377;p5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1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9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"/>
          <p:cNvSpPr txBox="1"/>
          <p:nvPr>
            <p:ph idx="1" type="body"/>
          </p:nvPr>
        </p:nvSpPr>
        <p:spPr>
          <a:xfrm>
            <a:off x="457200" y="3899675"/>
            <a:ext cx="51924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5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5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5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500"/>
              </a:spcBef>
              <a:spcAft>
                <a:spcPts val="5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5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 algn="r">
              <a:buNone/>
              <a:defRPr sz="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52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IBM Plex Sans Light"/>
              <a:buNone/>
              <a:defRPr sz="4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505000"/>
            <a:ext cx="85206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indent="-304800" lvl="1" marL="9144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indent="-304800" lvl="2" marL="1371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indent="-304800" lvl="3" marL="18288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indent="-304800" lvl="4" marL="22860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indent="-304800" lvl="5" marL="27432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indent="-304800" lvl="6" marL="32004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●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indent="-304800" lvl="7" marL="365760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Light"/>
              <a:buChar char="○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indent="-304800" lvl="8" marL="411480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200"/>
              <a:buFont typeface="IBM Plex Sans Light"/>
              <a:buChar char="■"/>
              <a:defRPr sz="12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6">
          <p15:clr>
            <a:srgbClr val="E46962"/>
          </p15:clr>
        </p15:guide>
        <p15:guide id="2" pos="288">
          <p15:clr>
            <a:srgbClr val="E46962"/>
          </p15:clr>
        </p15:guide>
        <p15:guide id="3" orient="horz" pos="288">
          <p15:clr>
            <a:srgbClr val="E46962"/>
          </p15:clr>
        </p15:guide>
        <p15:guide id="4" pos="5472">
          <p15:clr>
            <a:srgbClr val="E46962"/>
          </p15:clr>
        </p15:guide>
        <p15:guide id="5" orient="horz" pos="2878">
          <p15:clr>
            <a:srgbClr val="E46962"/>
          </p15:clr>
        </p15:guide>
        <p15:guide id="6" pos="55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/>
          <p:nvPr/>
        </p:nvSpPr>
        <p:spPr>
          <a:xfrm>
            <a:off x="5382871" y="685800"/>
            <a:ext cx="3432000" cy="343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89" name="Google Shape;389;p54"/>
          <p:cNvSpPr/>
          <p:nvPr>
            <p:ph idx="2" type="pic"/>
          </p:nvPr>
        </p:nvSpPr>
        <p:spPr>
          <a:xfrm>
            <a:off x="5168071" y="1099500"/>
            <a:ext cx="3233100" cy="32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4"/>
          <p:cNvSpPr/>
          <p:nvPr/>
        </p:nvSpPr>
        <p:spPr>
          <a:xfrm flipH="1">
            <a:off x="8686802" y="4860600"/>
            <a:ext cx="118500" cy="11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4"/>
          <p:cNvSpPr txBox="1"/>
          <p:nvPr>
            <p:ph type="title"/>
          </p:nvPr>
        </p:nvSpPr>
        <p:spPr>
          <a:xfrm>
            <a:off x="342907" y="1178275"/>
            <a:ext cx="3544800" cy="8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ImageLab</a:t>
            </a:r>
            <a:endParaRPr sz="4800"/>
          </a:p>
        </p:txBody>
      </p:sp>
      <p:sp>
        <p:nvSpPr>
          <p:cNvPr id="392" name="Google Shape;392;p54"/>
          <p:cNvSpPr txBox="1"/>
          <p:nvPr>
            <p:ph idx="1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sp>
        <p:nvSpPr>
          <p:cNvPr id="393" name="Google Shape;393;p54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4" name="Google Shape;394;p54"/>
          <p:cNvGrpSpPr/>
          <p:nvPr/>
        </p:nvGrpSpPr>
        <p:grpSpPr>
          <a:xfrm>
            <a:off x="4774042" y="1499600"/>
            <a:ext cx="324300" cy="1072150"/>
            <a:chOff x="8278241" y="2502000"/>
            <a:chExt cx="324300" cy="1072150"/>
          </a:xfrm>
        </p:grpSpPr>
        <p:sp>
          <p:nvSpPr>
            <p:cNvPr id="395" name="Google Shape;395;p54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4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4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54"/>
          <p:cNvSpPr/>
          <p:nvPr/>
        </p:nvSpPr>
        <p:spPr>
          <a:xfrm>
            <a:off x="8159021" y="828775"/>
            <a:ext cx="507300" cy="5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54"/>
          <p:cNvGrpSpPr/>
          <p:nvPr/>
        </p:nvGrpSpPr>
        <p:grpSpPr>
          <a:xfrm>
            <a:off x="4523477" y="3825218"/>
            <a:ext cx="574985" cy="507291"/>
            <a:chOff x="6107475" y="4573475"/>
            <a:chExt cx="594300" cy="501771"/>
          </a:xfrm>
        </p:grpSpPr>
        <p:sp>
          <p:nvSpPr>
            <p:cNvPr id="400" name="Google Shape;400;p54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4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4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4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4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4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4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4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4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4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4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4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4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4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4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4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4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4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4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4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4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4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4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4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5" name="Google Shape;425;p5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3822" r="23822" t="0"/>
          <a:stretch/>
        </p:blipFill>
        <p:spPr>
          <a:xfrm>
            <a:off x="5168071" y="1099500"/>
            <a:ext cx="3233100" cy="323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54"/>
          <p:cNvSpPr txBox="1"/>
          <p:nvPr>
            <p:ph idx="4294967295" type="subTitle"/>
          </p:nvPr>
        </p:nvSpPr>
        <p:spPr>
          <a:xfrm>
            <a:off x="342900" y="2633855"/>
            <a:ext cx="29373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September 30,2026</a:t>
            </a:r>
            <a:endParaRPr/>
          </a:p>
        </p:txBody>
      </p:sp>
      <p:sp>
        <p:nvSpPr>
          <p:cNvPr id="427" name="Google Shape;427;p54"/>
          <p:cNvSpPr txBox="1"/>
          <p:nvPr>
            <p:ph idx="4294967295" type="subTitle"/>
          </p:nvPr>
        </p:nvSpPr>
        <p:spPr>
          <a:xfrm>
            <a:off x="342900" y="2385989"/>
            <a:ext cx="29373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/>
              <a:t>Andres Hung &amp; Jennessa Sierra</a:t>
            </a:r>
            <a:endParaRPr sz="1200"/>
          </a:p>
        </p:txBody>
      </p:sp>
      <p:sp>
        <p:nvSpPr>
          <p:cNvPr id="428" name="Google Shape;428;p54"/>
          <p:cNvSpPr txBox="1"/>
          <p:nvPr>
            <p:ph idx="4294967295" type="subTitle"/>
          </p:nvPr>
        </p:nvSpPr>
        <p:spPr>
          <a:xfrm>
            <a:off x="342900" y="2061475"/>
            <a:ext cx="40293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/>
              <a:t>CMPS4191 Advanced Web Technologies Test 1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REQUIREMENTS</a:t>
            </a: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 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34" name="Google Shape;434;p55"/>
          <p:cNvSpPr txBox="1"/>
          <p:nvPr>
            <p:ph idx="1" type="subTitle"/>
          </p:nvPr>
        </p:nvSpPr>
        <p:spPr>
          <a:xfrm>
            <a:off x="645275" y="1712737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WORK ACCEPTANCE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5" name="Google Shape;435;p55"/>
          <p:cNvSpPr txBox="1"/>
          <p:nvPr>
            <p:ph idx="2" type="body"/>
          </p:nvPr>
        </p:nvSpPr>
        <p:spPr>
          <a:xfrm>
            <a:off x="342975" y="2069876"/>
            <a:ext cx="27174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Store the original image and create a PostgreSQL job before returning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202 Accepted</a:t>
            </a:r>
            <a:r>
              <a:rPr lang="en"/>
              <a:t>.</a:t>
            </a:r>
            <a:endParaRPr/>
          </a:p>
        </p:txBody>
      </p:sp>
      <p:sp>
        <p:nvSpPr>
          <p:cNvPr id="436" name="Google Shape;436;p55"/>
          <p:cNvSpPr txBox="1"/>
          <p:nvPr>
            <p:ph idx="3" type="subTitle"/>
          </p:nvPr>
        </p:nvSpPr>
        <p:spPr>
          <a:xfrm>
            <a:off x="3515600" y="1712737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BACKGROUND PROCESSING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7" name="Google Shape;437;p55"/>
          <p:cNvSpPr txBox="1"/>
          <p:nvPr>
            <p:ph idx="4" type="body"/>
          </p:nvPr>
        </p:nvSpPr>
        <p:spPr>
          <a:xfrm>
            <a:off x="3213300" y="2069876"/>
            <a:ext cx="27174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Use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one worker </a:t>
            </a:r>
            <a:r>
              <a:rPr lang="en"/>
              <a:t>to generate thumbnail, preview, and display variants.</a:t>
            </a:r>
            <a:endParaRPr/>
          </a:p>
        </p:txBody>
      </p:sp>
      <p:sp>
        <p:nvSpPr>
          <p:cNvPr id="438" name="Google Shape;438;p55"/>
          <p:cNvSpPr txBox="1"/>
          <p:nvPr>
            <p:ph idx="5" type="subTitle"/>
          </p:nvPr>
        </p:nvSpPr>
        <p:spPr>
          <a:xfrm>
            <a:off x="6385925" y="1712737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PROGRESS TRACKING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9" name="Google Shape;439;p55"/>
          <p:cNvSpPr txBox="1"/>
          <p:nvPr>
            <p:ph idx="6" type="body"/>
          </p:nvPr>
        </p:nvSpPr>
        <p:spPr>
          <a:xfrm>
            <a:off x="6083625" y="2069875"/>
            <a:ext cx="2922600" cy="9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Poll job status</a:t>
            </a:r>
            <a:r>
              <a:rPr lang="en"/>
              <a:t> approximately every second, show results after completion, and stop polling at completion or failure.</a:t>
            </a:r>
            <a:endParaRPr/>
          </a:p>
        </p:txBody>
      </p:sp>
      <p:sp>
        <p:nvSpPr>
          <p:cNvPr id="440" name="Google Shape;440;p55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55"/>
          <p:cNvSpPr/>
          <p:nvPr/>
        </p:nvSpPr>
        <p:spPr>
          <a:xfrm>
            <a:off x="453727" y="181594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5"/>
          <p:cNvSpPr/>
          <p:nvPr/>
        </p:nvSpPr>
        <p:spPr>
          <a:xfrm>
            <a:off x="3324052" y="181594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5"/>
          <p:cNvSpPr/>
          <p:nvPr/>
        </p:nvSpPr>
        <p:spPr>
          <a:xfrm>
            <a:off x="6194377" y="181594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4" name="Google Shape;444;p55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55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55"/>
          <p:cNvCxnSpPr/>
          <p:nvPr/>
        </p:nvCxnSpPr>
        <p:spPr>
          <a:xfrm>
            <a:off x="342977" y="45689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55"/>
          <p:cNvSpPr txBox="1"/>
          <p:nvPr/>
        </p:nvSpPr>
        <p:spPr>
          <a:xfrm>
            <a:off x="342900" y="4709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1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CMPS4191 Advanced Web Technologies Test 1</a:t>
            </a:r>
            <a:endParaRPr sz="800">
              <a:solidFill>
                <a:schemeClr val="dk1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  <p:sp>
        <p:nvSpPr>
          <p:cNvPr id="448" name="Google Shape;448;p55"/>
          <p:cNvSpPr txBox="1"/>
          <p:nvPr>
            <p:ph idx="1" type="subTitle"/>
          </p:nvPr>
        </p:nvSpPr>
        <p:spPr>
          <a:xfrm>
            <a:off x="342975" y="1303100"/>
            <a:ext cx="8343900" cy="2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GOAL</a:t>
            </a:r>
            <a:r>
              <a:rPr lang="en" sz="1200"/>
              <a:t>: </a:t>
            </a:r>
            <a:r>
              <a:rPr lang="en" sz="1200">
                <a:latin typeface="IBM Plex Sans"/>
                <a:ea typeface="IBM Plex Sans"/>
                <a:cs typeface="IBM Plex Sans"/>
                <a:sym typeface="IBM Plex Sans"/>
              </a:rPr>
              <a:t>Build an application that processes uploaded images asynchronously while keeping the browser responsive.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9" name="Google Shape;449;p55"/>
          <p:cNvSpPr txBox="1"/>
          <p:nvPr>
            <p:ph idx="1" type="subTitle"/>
          </p:nvPr>
        </p:nvSpPr>
        <p:spPr>
          <a:xfrm>
            <a:off x="645275" y="3044972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UPLOAD VALIDATION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50" name="Google Shape;450;p55"/>
          <p:cNvSpPr txBox="1"/>
          <p:nvPr>
            <p:ph idx="2" type="body"/>
          </p:nvPr>
        </p:nvSpPr>
        <p:spPr>
          <a:xfrm>
            <a:off x="342975" y="3402112"/>
            <a:ext cx="27174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Accept JPEG and PNG images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up to 10 MB</a:t>
            </a:r>
            <a:r>
              <a:rPr lang="en"/>
              <a:t>, with a local preview before submission.</a:t>
            </a:r>
            <a:endParaRPr/>
          </a:p>
        </p:txBody>
      </p:sp>
      <p:sp>
        <p:nvSpPr>
          <p:cNvPr id="451" name="Google Shape;451;p55"/>
          <p:cNvSpPr/>
          <p:nvPr/>
        </p:nvSpPr>
        <p:spPr>
          <a:xfrm>
            <a:off x="453727" y="314818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5"/>
          <p:cNvSpPr txBox="1"/>
          <p:nvPr>
            <p:ph idx="1" type="subTitle"/>
          </p:nvPr>
        </p:nvSpPr>
        <p:spPr>
          <a:xfrm>
            <a:off x="3515600" y="3044972"/>
            <a:ext cx="2415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ERROR HANDLING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53" name="Google Shape;453;p55"/>
          <p:cNvSpPr txBox="1"/>
          <p:nvPr>
            <p:ph idx="2" type="body"/>
          </p:nvPr>
        </p:nvSpPr>
        <p:spPr>
          <a:xfrm>
            <a:off x="3213300" y="3402111"/>
            <a:ext cx="28500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/>
              <a:t>Distinguish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processing failures</a:t>
            </a:r>
            <a:r>
              <a:rPr lang="en"/>
              <a:t> from </a:t>
            </a: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status-retrieval errors</a:t>
            </a:r>
            <a:r>
              <a:rPr lang="en"/>
              <a:t> and allow observation of the same job to resume.</a:t>
            </a:r>
            <a:endParaRPr/>
          </a:p>
        </p:txBody>
      </p:sp>
      <p:sp>
        <p:nvSpPr>
          <p:cNvPr id="454" name="Google Shape;454;p55"/>
          <p:cNvSpPr/>
          <p:nvPr/>
        </p:nvSpPr>
        <p:spPr>
          <a:xfrm>
            <a:off x="3324052" y="314818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"/>
          <p:cNvSpPr/>
          <p:nvPr/>
        </p:nvSpPr>
        <p:spPr>
          <a:xfrm>
            <a:off x="1113100" y="457200"/>
            <a:ext cx="3656700" cy="36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460" name="Google Shape;460;p56"/>
          <p:cNvCxnSpPr/>
          <p:nvPr/>
        </p:nvCxnSpPr>
        <p:spPr>
          <a:xfrm>
            <a:off x="4769801" y="46510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56"/>
          <p:cNvSpPr/>
          <p:nvPr/>
        </p:nvSpPr>
        <p:spPr>
          <a:xfrm>
            <a:off x="5047377" y="63620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6"/>
          <p:cNvSpPr txBox="1"/>
          <p:nvPr>
            <p:ph type="title"/>
          </p:nvPr>
        </p:nvSpPr>
        <p:spPr>
          <a:xfrm>
            <a:off x="1223925" y="457200"/>
            <a:ext cx="34350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</a:t>
            </a:r>
            <a:endParaRPr/>
          </a:p>
        </p:txBody>
      </p:sp>
      <p:sp>
        <p:nvSpPr>
          <p:cNvPr id="463" name="Google Shape;463;p56"/>
          <p:cNvSpPr txBox="1"/>
          <p:nvPr>
            <p:ph idx="1" type="subTitle"/>
          </p:nvPr>
        </p:nvSpPr>
        <p:spPr>
          <a:xfrm>
            <a:off x="5238925" y="52674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PROJECT SETUP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64" name="Google Shape;464;p56"/>
          <p:cNvSpPr txBox="1"/>
          <p:nvPr>
            <p:ph idx="2" type="body"/>
          </p:nvPr>
        </p:nvSpPr>
        <p:spPr>
          <a:xfrm>
            <a:off x="5047375" y="831903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Adapted the starter code and added database migrations, image models, and API routes.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5" name="Google Shape;465;p56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56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467" name="Google Shape;467;p56"/>
          <p:cNvGrpSpPr/>
          <p:nvPr/>
        </p:nvGrpSpPr>
        <p:grpSpPr>
          <a:xfrm>
            <a:off x="4274842" y="4435414"/>
            <a:ext cx="594300" cy="501771"/>
            <a:chOff x="6107475" y="4573475"/>
            <a:chExt cx="594300" cy="501771"/>
          </a:xfrm>
        </p:grpSpPr>
        <p:sp>
          <p:nvSpPr>
            <p:cNvPr id="468" name="Google Shape;468;p56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6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56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56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6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6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6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56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6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56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56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56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56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56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56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56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56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56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6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56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56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6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6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6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6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56"/>
          <p:cNvGrpSpPr/>
          <p:nvPr/>
        </p:nvGrpSpPr>
        <p:grpSpPr>
          <a:xfrm>
            <a:off x="676046" y="654935"/>
            <a:ext cx="324300" cy="1072150"/>
            <a:chOff x="8278241" y="2502000"/>
            <a:chExt cx="324300" cy="1072150"/>
          </a:xfrm>
        </p:grpSpPr>
        <p:sp>
          <p:nvSpPr>
            <p:cNvPr id="494" name="Google Shape;494;p56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56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6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56"/>
          <p:cNvSpPr/>
          <p:nvPr/>
        </p:nvSpPr>
        <p:spPr>
          <a:xfrm>
            <a:off x="5048052" y="380724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6"/>
          <p:cNvSpPr txBox="1"/>
          <p:nvPr>
            <p:ph idx="1" type="subTitle"/>
          </p:nvPr>
        </p:nvSpPr>
        <p:spPr>
          <a:xfrm>
            <a:off x="5239600" y="3711552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SUBMISSION PROTECTION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99" name="Google Shape;499;p56"/>
          <p:cNvSpPr txBox="1"/>
          <p:nvPr>
            <p:ph idx="2" type="body"/>
          </p:nvPr>
        </p:nvSpPr>
        <p:spPr>
          <a:xfrm>
            <a:off x="5048050" y="4016718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Used </a:t>
            </a:r>
            <a:r>
              <a:rPr lang="en">
                <a:latin typeface="IBM Plex Mono Medium"/>
                <a:ea typeface="IBM Plex Mono Medium"/>
                <a:cs typeface="IBM Plex Mono Medium"/>
                <a:sym typeface="IBM Plex Mono Medium"/>
              </a:rPr>
              <a:t>isSubmitting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and a disabled Process Image button to prevent overlapping uploads.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0" name="Google Shape;500;p56"/>
          <p:cNvSpPr/>
          <p:nvPr/>
        </p:nvSpPr>
        <p:spPr>
          <a:xfrm>
            <a:off x="5048052" y="259969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6"/>
          <p:cNvSpPr txBox="1"/>
          <p:nvPr>
            <p:ph idx="1" type="subTitle"/>
          </p:nvPr>
        </p:nvSpPr>
        <p:spPr>
          <a:xfrm>
            <a:off x="5239600" y="250400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UPLOAD VALIDATION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02" name="Google Shape;502;p56"/>
          <p:cNvSpPr txBox="1"/>
          <p:nvPr>
            <p:ph idx="2" type="body"/>
          </p:nvPr>
        </p:nvSpPr>
        <p:spPr>
          <a:xfrm>
            <a:off x="5048050" y="2809170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Implemented image size and format validation, local file storage, and an initial </a:t>
            </a:r>
            <a:r>
              <a:rPr lang="en">
                <a:latin typeface="IBM Plex Mono Medium"/>
                <a:ea typeface="IBM Plex Mono Medium"/>
                <a:cs typeface="IBM Plex Mono Medium"/>
                <a:sym typeface="IBM Plex Mono Medium"/>
              </a:rPr>
              <a:t>202 Accepted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response with placeholder job values.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3" name="Google Shape;503;p56"/>
          <p:cNvSpPr/>
          <p:nvPr/>
        </p:nvSpPr>
        <p:spPr>
          <a:xfrm>
            <a:off x="5047377" y="1615722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6"/>
          <p:cNvSpPr txBox="1"/>
          <p:nvPr>
            <p:ph idx="1" type="subTitle"/>
          </p:nvPr>
        </p:nvSpPr>
        <p:spPr>
          <a:xfrm>
            <a:off x="5238925" y="152003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FRONTEND STATES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05" name="Google Shape;505;p56"/>
          <p:cNvSpPr txBox="1"/>
          <p:nvPr>
            <p:ph idx="2" type="body"/>
          </p:nvPr>
        </p:nvSpPr>
        <p:spPr>
          <a:xfrm>
            <a:off x="5047375" y="1825197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Built the initial upload interface, client-side validation, and event-driven UI updates.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06" name="Google Shape;506;p56"/>
          <p:cNvCxnSpPr/>
          <p:nvPr/>
        </p:nvCxnSpPr>
        <p:spPr>
          <a:xfrm>
            <a:off x="4769801" y="1474083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56"/>
          <p:cNvCxnSpPr/>
          <p:nvPr/>
        </p:nvCxnSpPr>
        <p:spPr>
          <a:xfrm>
            <a:off x="4769801" y="245800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56"/>
          <p:cNvCxnSpPr/>
          <p:nvPr/>
        </p:nvCxnSpPr>
        <p:spPr>
          <a:xfrm>
            <a:off x="4769801" y="366555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9" name="Google Shape;50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256" y="1771924"/>
            <a:ext cx="3380330" cy="2943649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/>
          <p:nvPr/>
        </p:nvSpPr>
        <p:spPr>
          <a:xfrm>
            <a:off x="1113100" y="457200"/>
            <a:ext cx="3656700" cy="36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15" name="Google Shape;515;p57"/>
          <p:cNvCxnSpPr/>
          <p:nvPr/>
        </p:nvCxnSpPr>
        <p:spPr>
          <a:xfrm>
            <a:off x="4775351" y="1638662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57"/>
          <p:cNvSpPr/>
          <p:nvPr/>
        </p:nvSpPr>
        <p:spPr>
          <a:xfrm>
            <a:off x="5052927" y="1809756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7"/>
          <p:cNvSpPr txBox="1"/>
          <p:nvPr>
            <p:ph type="title"/>
          </p:nvPr>
        </p:nvSpPr>
        <p:spPr>
          <a:xfrm>
            <a:off x="1223925" y="457200"/>
            <a:ext cx="35460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Week 2: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Job Processing</a:t>
            </a:r>
            <a:endParaRPr sz="3900"/>
          </a:p>
        </p:txBody>
      </p:sp>
      <p:sp>
        <p:nvSpPr>
          <p:cNvPr id="518" name="Google Shape;518;p57"/>
          <p:cNvSpPr txBox="1"/>
          <p:nvPr>
            <p:ph idx="1" type="subTitle"/>
          </p:nvPr>
        </p:nvSpPr>
        <p:spPr>
          <a:xfrm>
            <a:off x="5244475" y="170029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INDEPENDENT WORKER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19" name="Google Shape;519;p57"/>
          <p:cNvSpPr txBox="1"/>
          <p:nvPr>
            <p:ph idx="2" type="body"/>
          </p:nvPr>
        </p:nvSpPr>
        <p:spPr>
          <a:xfrm>
            <a:off x="5052925" y="2005457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Implemented background image processing and verified that exactly </a:t>
            </a: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one worker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was running.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0" name="Google Shape;520;p57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57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522" name="Google Shape;522;p57"/>
          <p:cNvGrpSpPr/>
          <p:nvPr/>
        </p:nvGrpSpPr>
        <p:grpSpPr>
          <a:xfrm>
            <a:off x="4245567" y="4464453"/>
            <a:ext cx="594300" cy="501771"/>
            <a:chOff x="6107475" y="4573475"/>
            <a:chExt cx="594300" cy="501771"/>
          </a:xfrm>
        </p:grpSpPr>
        <p:sp>
          <p:nvSpPr>
            <p:cNvPr id="523" name="Google Shape;523;p57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7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57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57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7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57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57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7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7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57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57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7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57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57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7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7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57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57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7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57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57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7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57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57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57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8" name="Google Shape;548;p57"/>
          <p:cNvSpPr/>
          <p:nvPr/>
        </p:nvSpPr>
        <p:spPr>
          <a:xfrm>
            <a:off x="5048052" y="380724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7"/>
          <p:cNvSpPr txBox="1"/>
          <p:nvPr>
            <p:ph idx="1" type="subTitle"/>
          </p:nvPr>
        </p:nvSpPr>
        <p:spPr>
          <a:xfrm>
            <a:off x="5239600" y="3711552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JOB OUTCOMES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50" name="Google Shape;550;p57"/>
          <p:cNvSpPr txBox="1"/>
          <p:nvPr>
            <p:ph idx="2" type="body"/>
          </p:nvPr>
        </p:nvSpPr>
        <p:spPr>
          <a:xfrm>
            <a:off x="5048050" y="4016718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Verified completion and simulated worker failure, and prepared the job-status endpoint for polling.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1" name="Google Shape;551;p57"/>
          <p:cNvSpPr/>
          <p:nvPr/>
        </p:nvSpPr>
        <p:spPr>
          <a:xfrm>
            <a:off x="5047302" y="606274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7"/>
          <p:cNvSpPr txBox="1"/>
          <p:nvPr>
            <p:ph idx="1" type="subTitle"/>
          </p:nvPr>
        </p:nvSpPr>
        <p:spPr>
          <a:xfrm>
            <a:off x="5238850" y="510583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DURABLE ACCEPTANCE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53" name="Google Shape;553;p57"/>
          <p:cNvSpPr txBox="1"/>
          <p:nvPr>
            <p:ph idx="2" type="body"/>
          </p:nvPr>
        </p:nvSpPr>
        <p:spPr>
          <a:xfrm>
            <a:off x="5047300" y="815749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Created image metadata and job records after saving the original, replacing placeholder values in the </a:t>
            </a:r>
            <a:r>
              <a:rPr lang="en">
                <a:latin typeface="IBM Plex Mono Medium"/>
                <a:ea typeface="IBM Plex Mono Medium"/>
                <a:cs typeface="IBM Plex Mono Medium"/>
                <a:sym typeface="IBM Plex Mono Medium"/>
              </a:rPr>
              <a:t>202 Accepted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response.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4" name="Google Shape;554;p57"/>
          <p:cNvSpPr/>
          <p:nvPr/>
        </p:nvSpPr>
        <p:spPr>
          <a:xfrm>
            <a:off x="5052927" y="27892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7"/>
          <p:cNvSpPr txBox="1"/>
          <p:nvPr>
            <p:ph idx="1" type="subTitle"/>
          </p:nvPr>
        </p:nvSpPr>
        <p:spPr>
          <a:xfrm>
            <a:off x="5244475" y="269358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PROCESS OUTPUTS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56" name="Google Shape;556;p57"/>
          <p:cNvSpPr txBox="1"/>
          <p:nvPr>
            <p:ph idx="2" type="body"/>
          </p:nvPr>
        </p:nvSpPr>
        <p:spPr>
          <a:xfrm>
            <a:off x="5052925" y="2998750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Generated thumbnail, preview, and display variants, storing their files and metadata.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57" name="Google Shape;557;p57"/>
          <p:cNvCxnSpPr/>
          <p:nvPr/>
        </p:nvCxnSpPr>
        <p:spPr>
          <a:xfrm>
            <a:off x="4775351" y="2647637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57"/>
          <p:cNvCxnSpPr/>
          <p:nvPr/>
        </p:nvCxnSpPr>
        <p:spPr>
          <a:xfrm>
            <a:off x="4769051" y="464587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57"/>
          <p:cNvCxnSpPr/>
          <p:nvPr/>
        </p:nvCxnSpPr>
        <p:spPr>
          <a:xfrm>
            <a:off x="4769801" y="366555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0" name="Google Shape;560;p57"/>
          <p:cNvGrpSpPr/>
          <p:nvPr/>
        </p:nvGrpSpPr>
        <p:grpSpPr>
          <a:xfrm>
            <a:off x="676026" y="651352"/>
            <a:ext cx="324300" cy="1072150"/>
            <a:chOff x="296684" y="2879911"/>
            <a:chExt cx="324300" cy="1072150"/>
          </a:xfrm>
        </p:grpSpPr>
        <p:sp>
          <p:nvSpPr>
            <p:cNvPr id="561" name="Google Shape;561;p57"/>
            <p:cNvSpPr/>
            <p:nvPr/>
          </p:nvSpPr>
          <p:spPr>
            <a:xfrm>
              <a:off x="296684" y="2879911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2" name="Google Shape;562;p57"/>
            <p:cNvSpPr/>
            <p:nvPr/>
          </p:nvSpPr>
          <p:spPr>
            <a:xfrm>
              <a:off x="296684" y="3671561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3" name="Google Shape;563;p57"/>
            <p:cNvSpPr/>
            <p:nvPr/>
          </p:nvSpPr>
          <p:spPr>
            <a:xfrm>
              <a:off x="296684" y="3275736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564" name="Google Shape;56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476" y="1780850"/>
            <a:ext cx="3693928" cy="2975551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8"/>
          <p:cNvSpPr/>
          <p:nvPr/>
        </p:nvSpPr>
        <p:spPr>
          <a:xfrm>
            <a:off x="1113100" y="457200"/>
            <a:ext cx="3656700" cy="36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70" name="Google Shape;570;p58"/>
          <p:cNvCxnSpPr/>
          <p:nvPr/>
        </p:nvCxnSpPr>
        <p:spPr>
          <a:xfrm>
            <a:off x="4769801" y="46510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58"/>
          <p:cNvSpPr/>
          <p:nvPr/>
        </p:nvSpPr>
        <p:spPr>
          <a:xfrm>
            <a:off x="5047377" y="63620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8"/>
          <p:cNvSpPr txBox="1"/>
          <p:nvPr>
            <p:ph type="title"/>
          </p:nvPr>
        </p:nvSpPr>
        <p:spPr>
          <a:xfrm>
            <a:off x="1223925" y="457200"/>
            <a:ext cx="34350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Polling</a:t>
            </a:r>
            <a:endParaRPr/>
          </a:p>
        </p:txBody>
      </p:sp>
      <p:sp>
        <p:nvSpPr>
          <p:cNvPr id="573" name="Google Shape;573;p58"/>
          <p:cNvSpPr txBox="1"/>
          <p:nvPr>
            <p:ph idx="1" type="subTitle"/>
          </p:nvPr>
        </p:nvSpPr>
        <p:spPr>
          <a:xfrm>
            <a:off x="5238925" y="52674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AUTOMATIC OBSERVATION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74" name="Google Shape;574;p58"/>
          <p:cNvSpPr txBox="1"/>
          <p:nvPr>
            <p:ph idx="2" type="body"/>
          </p:nvPr>
        </p:nvSpPr>
        <p:spPr>
          <a:xfrm>
            <a:off x="5047375" y="831903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Verified one-second status requests after upload acceptance and UI updates as the job progresses.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75" name="Google Shape;575;p58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58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577" name="Google Shape;577;p58"/>
          <p:cNvGrpSpPr/>
          <p:nvPr/>
        </p:nvGrpSpPr>
        <p:grpSpPr>
          <a:xfrm>
            <a:off x="4028025" y="4194029"/>
            <a:ext cx="594300" cy="501771"/>
            <a:chOff x="6107475" y="4573475"/>
            <a:chExt cx="594300" cy="501771"/>
          </a:xfrm>
        </p:grpSpPr>
        <p:sp>
          <p:nvSpPr>
            <p:cNvPr id="578" name="Google Shape;578;p58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58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8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58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58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8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8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8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8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8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58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58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58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8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8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58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58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58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8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8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8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8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8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8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8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58"/>
          <p:cNvGrpSpPr/>
          <p:nvPr/>
        </p:nvGrpSpPr>
        <p:grpSpPr>
          <a:xfrm>
            <a:off x="676046" y="654935"/>
            <a:ext cx="324300" cy="1072150"/>
            <a:chOff x="8278241" y="2502000"/>
            <a:chExt cx="324300" cy="1072150"/>
          </a:xfrm>
        </p:grpSpPr>
        <p:sp>
          <p:nvSpPr>
            <p:cNvPr id="604" name="Google Shape;604;p58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8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8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58"/>
          <p:cNvSpPr/>
          <p:nvPr/>
        </p:nvSpPr>
        <p:spPr>
          <a:xfrm>
            <a:off x="5048052" y="380724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8"/>
          <p:cNvSpPr txBox="1"/>
          <p:nvPr>
            <p:ph idx="1" type="subTitle"/>
          </p:nvPr>
        </p:nvSpPr>
        <p:spPr>
          <a:xfrm>
            <a:off x="5239600" y="3711552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OBSERVATION RECOVERY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09" name="Google Shape;609;p58"/>
          <p:cNvSpPr txBox="1"/>
          <p:nvPr>
            <p:ph idx="2" type="body"/>
          </p:nvPr>
        </p:nvSpPr>
        <p:spPr>
          <a:xfrm>
            <a:off x="5048050" y="4016718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Refined retrieval-error handling and the “Check Status” button to resume observation of the existing job.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0" name="Google Shape;610;p58"/>
          <p:cNvSpPr/>
          <p:nvPr/>
        </p:nvSpPr>
        <p:spPr>
          <a:xfrm>
            <a:off x="5048052" y="259969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8"/>
          <p:cNvSpPr txBox="1"/>
          <p:nvPr>
            <p:ph idx="1" type="subTitle"/>
          </p:nvPr>
        </p:nvSpPr>
        <p:spPr>
          <a:xfrm>
            <a:off x="5239600" y="250400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POLLING CANCELLATION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12" name="Google Shape;612;p58"/>
          <p:cNvSpPr txBox="1"/>
          <p:nvPr>
            <p:ph idx="2" type="body"/>
          </p:nvPr>
        </p:nvSpPr>
        <p:spPr>
          <a:xfrm>
            <a:off x="5048050" y="2809170"/>
            <a:ext cx="36375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Added </a:t>
            </a:r>
            <a:r>
              <a:rPr lang="en">
                <a:latin typeface="IBM Plex Mono Medium"/>
                <a:ea typeface="IBM Plex Mono Medium"/>
                <a:cs typeface="IBM Plex Mono Medium"/>
                <a:sym typeface="IBM Plex Mono Medium"/>
              </a:rPr>
              <a:t>AbortController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to cancel active requests when stopping observation or leaving the page.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3" name="Google Shape;613;p58"/>
          <p:cNvSpPr/>
          <p:nvPr/>
        </p:nvSpPr>
        <p:spPr>
          <a:xfrm>
            <a:off x="5047377" y="1615722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8"/>
          <p:cNvSpPr txBox="1"/>
          <p:nvPr>
            <p:ph idx="1" type="subTitle"/>
          </p:nvPr>
        </p:nvSpPr>
        <p:spPr>
          <a:xfrm>
            <a:off x="5238925" y="152003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TERMINAL STATES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15" name="Google Shape;615;p58"/>
          <p:cNvSpPr txBox="1"/>
          <p:nvPr>
            <p:ph idx="2" type="body"/>
          </p:nvPr>
        </p:nvSpPr>
        <p:spPr>
          <a:xfrm>
            <a:off x="5047375" y="1825192"/>
            <a:ext cx="37536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Verified polling stops when processing completes or fails, with corresponding results or error messages.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16" name="Google Shape;616;p58"/>
          <p:cNvCxnSpPr/>
          <p:nvPr/>
        </p:nvCxnSpPr>
        <p:spPr>
          <a:xfrm>
            <a:off x="4769801" y="1474083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58"/>
          <p:cNvCxnSpPr/>
          <p:nvPr/>
        </p:nvCxnSpPr>
        <p:spPr>
          <a:xfrm>
            <a:off x="4769801" y="245800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58"/>
          <p:cNvCxnSpPr/>
          <p:nvPr/>
        </p:nvCxnSpPr>
        <p:spPr>
          <a:xfrm>
            <a:off x="4769801" y="366555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19" name="Google Shape;6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197" y="1895229"/>
            <a:ext cx="3656700" cy="2581847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9"/>
          <p:cNvSpPr/>
          <p:nvPr/>
        </p:nvSpPr>
        <p:spPr>
          <a:xfrm>
            <a:off x="1113100" y="457200"/>
            <a:ext cx="3656700" cy="365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25" name="Google Shape;625;p59"/>
          <p:cNvCxnSpPr/>
          <p:nvPr/>
        </p:nvCxnSpPr>
        <p:spPr>
          <a:xfrm>
            <a:off x="4775351" y="1477699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59"/>
          <p:cNvSpPr/>
          <p:nvPr/>
        </p:nvSpPr>
        <p:spPr>
          <a:xfrm>
            <a:off x="5052927" y="1648793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9"/>
          <p:cNvSpPr txBox="1"/>
          <p:nvPr>
            <p:ph type="title"/>
          </p:nvPr>
        </p:nvSpPr>
        <p:spPr>
          <a:xfrm>
            <a:off x="1223925" y="457200"/>
            <a:ext cx="3546000" cy="14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Week 4: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Performance</a:t>
            </a:r>
            <a:endParaRPr sz="3900"/>
          </a:p>
        </p:txBody>
      </p:sp>
      <p:sp>
        <p:nvSpPr>
          <p:cNvPr id="628" name="Google Shape;628;p59"/>
          <p:cNvSpPr txBox="1"/>
          <p:nvPr>
            <p:ph idx="1" type="subTitle"/>
          </p:nvPr>
        </p:nvSpPr>
        <p:spPr>
          <a:xfrm>
            <a:off x="5244475" y="1539331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PERFORMANCE TESTS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29" name="Google Shape;629;p59"/>
          <p:cNvSpPr txBox="1"/>
          <p:nvPr>
            <p:ph idx="2" type="body"/>
          </p:nvPr>
        </p:nvSpPr>
        <p:spPr>
          <a:xfrm>
            <a:off x="5052925" y="1844494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Tested one image and a five-image burst with a configured three-second processing delay.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0" name="Google Shape;630;p59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1" name="Google Shape;631;p59"/>
          <p:cNvSpPr txBox="1"/>
          <p:nvPr>
            <p:ph idx="3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632" name="Google Shape;632;p59"/>
          <p:cNvGrpSpPr/>
          <p:nvPr/>
        </p:nvGrpSpPr>
        <p:grpSpPr>
          <a:xfrm>
            <a:off x="4252875" y="4113903"/>
            <a:ext cx="594300" cy="501771"/>
            <a:chOff x="6107475" y="4573475"/>
            <a:chExt cx="594300" cy="501771"/>
          </a:xfrm>
        </p:grpSpPr>
        <p:sp>
          <p:nvSpPr>
            <p:cNvPr id="633" name="Google Shape;633;p59"/>
            <p:cNvSpPr/>
            <p:nvPr/>
          </p:nvSpPr>
          <p:spPr>
            <a:xfrm>
              <a:off x="61074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59"/>
            <p:cNvSpPr/>
            <p:nvPr/>
          </p:nvSpPr>
          <p:spPr>
            <a:xfrm>
              <a:off x="624465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59"/>
            <p:cNvSpPr/>
            <p:nvPr/>
          </p:nvSpPr>
          <p:spPr>
            <a:xfrm>
              <a:off x="638182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9"/>
            <p:cNvSpPr/>
            <p:nvPr/>
          </p:nvSpPr>
          <p:spPr>
            <a:xfrm>
              <a:off x="6519000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9"/>
            <p:cNvSpPr/>
            <p:nvPr/>
          </p:nvSpPr>
          <p:spPr>
            <a:xfrm>
              <a:off x="6656175" y="457347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9"/>
            <p:cNvSpPr/>
            <p:nvPr/>
          </p:nvSpPr>
          <p:spPr>
            <a:xfrm>
              <a:off x="61074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9"/>
            <p:cNvSpPr/>
            <p:nvPr/>
          </p:nvSpPr>
          <p:spPr>
            <a:xfrm>
              <a:off x="624465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9"/>
            <p:cNvSpPr/>
            <p:nvPr/>
          </p:nvSpPr>
          <p:spPr>
            <a:xfrm>
              <a:off x="638182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9"/>
            <p:cNvSpPr/>
            <p:nvPr/>
          </p:nvSpPr>
          <p:spPr>
            <a:xfrm>
              <a:off x="6519000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59"/>
            <p:cNvSpPr/>
            <p:nvPr/>
          </p:nvSpPr>
          <p:spPr>
            <a:xfrm>
              <a:off x="6656175" y="4688165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9"/>
            <p:cNvSpPr/>
            <p:nvPr/>
          </p:nvSpPr>
          <p:spPr>
            <a:xfrm>
              <a:off x="61074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59"/>
            <p:cNvSpPr/>
            <p:nvPr/>
          </p:nvSpPr>
          <p:spPr>
            <a:xfrm>
              <a:off x="624465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9"/>
            <p:cNvSpPr/>
            <p:nvPr/>
          </p:nvSpPr>
          <p:spPr>
            <a:xfrm>
              <a:off x="638182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9"/>
            <p:cNvSpPr/>
            <p:nvPr/>
          </p:nvSpPr>
          <p:spPr>
            <a:xfrm>
              <a:off x="6519000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59"/>
            <p:cNvSpPr/>
            <p:nvPr/>
          </p:nvSpPr>
          <p:spPr>
            <a:xfrm>
              <a:off x="6656175" y="480026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59"/>
            <p:cNvSpPr/>
            <p:nvPr/>
          </p:nvSpPr>
          <p:spPr>
            <a:xfrm>
              <a:off x="61074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9"/>
            <p:cNvSpPr/>
            <p:nvPr/>
          </p:nvSpPr>
          <p:spPr>
            <a:xfrm>
              <a:off x="624465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59"/>
            <p:cNvSpPr/>
            <p:nvPr/>
          </p:nvSpPr>
          <p:spPr>
            <a:xfrm>
              <a:off x="638182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59"/>
            <p:cNvSpPr/>
            <p:nvPr/>
          </p:nvSpPr>
          <p:spPr>
            <a:xfrm>
              <a:off x="6519000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59"/>
            <p:cNvSpPr/>
            <p:nvPr/>
          </p:nvSpPr>
          <p:spPr>
            <a:xfrm>
              <a:off x="6656175" y="4914957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9"/>
            <p:cNvSpPr/>
            <p:nvPr/>
          </p:nvSpPr>
          <p:spPr>
            <a:xfrm>
              <a:off x="61074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59"/>
            <p:cNvSpPr/>
            <p:nvPr/>
          </p:nvSpPr>
          <p:spPr>
            <a:xfrm>
              <a:off x="624465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59"/>
            <p:cNvSpPr/>
            <p:nvPr/>
          </p:nvSpPr>
          <p:spPr>
            <a:xfrm>
              <a:off x="638182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59"/>
            <p:cNvSpPr/>
            <p:nvPr/>
          </p:nvSpPr>
          <p:spPr>
            <a:xfrm>
              <a:off x="6519000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59"/>
            <p:cNvSpPr/>
            <p:nvPr/>
          </p:nvSpPr>
          <p:spPr>
            <a:xfrm>
              <a:off x="6656175" y="5029646"/>
              <a:ext cx="45600" cy="45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59"/>
          <p:cNvSpPr/>
          <p:nvPr/>
        </p:nvSpPr>
        <p:spPr>
          <a:xfrm>
            <a:off x="5047302" y="606274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9"/>
          <p:cNvSpPr txBox="1"/>
          <p:nvPr>
            <p:ph idx="1" type="subTitle"/>
          </p:nvPr>
        </p:nvSpPr>
        <p:spPr>
          <a:xfrm>
            <a:off x="5238850" y="510583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MEASUREMENT TOOLING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60" name="Google Shape;660;p59"/>
          <p:cNvSpPr/>
          <p:nvPr/>
        </p:nvSpPr>
        <p:spPr>
          <a:xfrm>
            <a:off x="5052927" y="2789275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9"/>
          <p:cNvSpPr txBox="1"/>
          <p:nvPr>
            <p:ph idx="1" type="subTitle"/>
          </p:nvPr>
        </p:nvSpPr>
        <p:spPr>
          <a:xfrm>
            <a:off x="5244475" y="2693584"/>
            <a:ext cx="34473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FINAL REVIEW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62" name="Google Shape;662;p59"/>
          <p:cNvSpPr txBox="1"/>
          <p:nvPr>
            <p:ph idx="2" type="body"/>
          </p:nvPr>
        </p:nvSpPr>
        <p:spPr>
          <a:xfrm>
            <a:off x="5052925" y="2998750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Reviewed functional requirements, the acceptance checklist, and database constraints.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63" name="Google Shape;663;p59"/>
          <p:cNvCxnSpPr/>
          <p:nvPr/>
        </p:nvCxnSpPr>
        <p:spPr>
          <a:xfrm>
            <a:off x="4775351" y="2647637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59"/>
          <p:cNvCxnSpPr/>
          <p:nvPr/>
        </p:nvCxnSpPr>
        <p:spPr>
          <a:xfrm>
            <a:off x="4769051" y="464587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59"/>
          <p:cNvCxnSpPr/>
          <p:nvPr/>
        </p:nvCxnSpPr>
        <p:spPr>
          <a:xfrm>
            <a:off x="4769801" y="3665558"/>
            <a:ext cx="391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6" name="Google Shape;666;p59"/>
          <p:cNvGrpSpPr/>
          <p:nvPr/>
        </p:nvGrpSpPr>
        <p:grpSpPr>
          <a:xfrm>
            <a:off x="676026" y="651352"/>
            <a:ext cx="324300" cy="1072150"/>
            <a:chOff x="296684" y="2879911"/>
            <a:chExt cx="324300" cy="1072150"/>
          </a:xfrm>
        </p:grpSpPr>
        <p:sp>
          <p:nvSpPr>
            <p:cNvPr id="667" name="Google Shape;667;p59"/>
            <p:cNvSpPr/>
            <p:nvPr/>
          </p:nvSpPr>
          <p:spPr>
            <a:xfrm>
              <a:off x="296684" y="2879911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8" name="Google Shape;668;p59"/>
            <p:cNvSpPr/>
            <p:nvPr/>
          </p:nvSpPr>
          <p:spPr>
            <a:xfrm>
              <a:off x="296684" y="3671561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69" name="Google Shape;669;p59"/>
            <p:cNvSpPr/>
            <p:nvPr/>
          </p:nvSpPr>
          <p:spPr>
            <a:xfrm>
              <a:off x="296684" y="3275736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70" name="Google Shape;670;p59"/>
          <p:cNvSpPr txBox="1"/>
          <p:nvPr>
            <p:ph idx="2" type="body"/>
          </p:nvPr>
        </p:nvSpPr>
        <p:spPr>
          <a:xfrm>
            <a:off x="5051693" y="805231"/>
            <a:ext cx="36375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Created a database metrics view and Python program to collect all six required measurements.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324" y="1917963"/>
            <a:ext cx="3619313" cy="2487613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0"/>
          <p:cNvSpPr txBox="1"/>
          <p:nvPr>
            <p:ph idx="6" type="subTitle"/>
          </p:nvPr>
        </p:nvSpPr>
        <p:spPr>
          <a:xfrm>
            <a:off x="985100" y="1386425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SINGLE IMAGE BASELINE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77" name="Google Shape;677;p60"/>
          <p:cNvSpPr txBox="1"/>
          <p:nvPr>
            <p:ph idx="7" type="subTitle"/>
          </p:nvPr>
        </p:nvSpPr>
        <p:spPr>
          <a:xfrm>
            <a:off x="3829586" y="1386425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FIVE-IMAGE BURST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78" name="Google Shape;678;p60"/>
          <p:cNvSpPr txBox="1"/>
          <p:nvPr>
            <p:ph idx="8" type="body"/>
          </p:nvPr>
        </p:nvSpPr>
        <p:spPr>
          <a:xfrm>
            <a:off x="704758" y="1768318"/>
            <a:ext cx="25365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Submit one image and observe the job until completion.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9" name="Google Shape;679;p60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0" name="Google Shape;680;p60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681" name="Google Shape;681;p60"/>
          <p:cNvGrpSpPr/>
          <p:nvPr/>
        </p:nvGrpSpPr>
        <p:grpSpPr>
          <a:xfrm>
            <a:off x="8607473" y="1296299"/>
            <a:ext cx="214460" cy="708906"/>
            <a:chOff x="8278241" y="2502000"/>
            <a:chExt cx="324300" cy="1072150"/>
          </a:xfrm>
        </p:grpSpPr>
        <p:sp>
          <p:nvSpPr>
            <p:cNvPr id="682" name="Google Shape;682;p60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5" name="Google Shape;685;p60"/>
          <p:cNvSpPr/>
          <p:nvPr/>
        </p:nvSpPr>
        <p:spPr>
          <a:xfrm>
            <a:off x="793552" y="1482107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0"/>
          <p:cNvSpPr/>
          <p:nvPr/>
        </p:nvSpPr>
        <p:spPr>
          <a:xfrm>
            <a:off x="3670292" y="1482113"/>
            <a:ext cx="1104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60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MEASUREMENTS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688" name="Google Shape;688;p60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60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60"/>
          <p:cNvSpPr txBox="1"/>
          <p:nvPr>
            <p:ph idx="8" type="body"/>
          </p:nvPr>
        </p:nvSpPr>
        <p:spPr>
          <a:xfrm>
            <a:off x="3587450" y="1766546"/>
            <a:ext cx="25365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Submit five copies of the same image concurrently to observe queueing with one worker.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1" name="Google Shape;691;p60"/>
          <p:cNvSpPr txBox="1"/>
          <p:nvPr>
            <p:ph idx="4294967295" type="body"/>
          </p:nvPr>
        </p:nvSpPr>
        <p:spPr>
          <a:xfrm>
            <a:off x="6558950" y="1781750"/>
            <a:ext cx="19533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One Worker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~1s Polling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Char char="●"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3s Delay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2" name="Google Shape;692;p60"/>
          <p:cNvSpPr txBox="1"/>
          <p:nvPr>
            <p:ph idx="6" type="subTitle"/>
          </p:nvPr>
        </p:nvSpPr>
        <p:spPr>
          <a:xfrm>
            <a:off x="6750500" y="1386425"/>
            <a:ext cx="17619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TEST CONDITIONS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93" name="Google Shape;693;p60"/>
          <p:cNvSpPr/>
          <p:nvPr/>
        </p:nvSpPr>
        <p:spPr>
          <a:xfrm>
            <a:off x="6558952" y="1482111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94" name="Google Shape;694;p60"/>
          <p:cNvGraphicFramePr/>
          <p:nvPr/>
        </p:nvGraphicFramePr>
        <p:xfrm>
          <a:off x="1879775" y="28441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{502F4A43-0CD5-42EF-A070-1864D87FD0C0}</a:tableStyleId>
              </a:tblPr>
              <a:tblGrid>
                <a:gridCol w="2232875"/>
                <a:gridCol w="31515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Measurement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to determine it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rgbClr val="17324D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Acknowledgement latency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 received time minus POST start time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 wait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started_at minus queued_at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Processing duration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completed_at or failed_at minus started_at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duration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completed_at at minus queued_at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Polling count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status GET requests for the job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Detection delay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202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observation of completion minus server completed_at</a:t>
                      </a:r>
                      <a:endParaRPr sz="1050">
                        <a:solidFill>
                          <a:srgbClr val="20252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68575" marL="68575" anchor="ctr"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cxnSp>
        <p:nvCxnSpPr>
          <p:cNvPr id="695" name="Google Shape;695;p60"/>
          <p:cNvCxnSpPr/>
          <p:nvPr/>
        </p:nvCxnSpPr>
        <p:spPr>
          <a:xfrm>
            <a:off x="373035" y="47977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1"/>
          <p:cNvSpPr txBox="1"/>
          <p:nvPr>
            <p:ph idx="6" type="subTitle"/>
          </p:nvPr>
        </p:nvSpPr>
        <p:spPr>
          <a:xfrm>
            <a:off x="645325" y="1393400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EARLY ACKNOWLEDGEMENT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01" name="Google Shape;701;p61"/>
          <p:cNvSpPr txBox="1"/>
          <p:nvPr>
            <p:ph idx="7" type="subTitle"/>
          </p:nvPr>
        </p:nvSpPr>
        <p:spPr>
          <a:xfrm>
            <a:off x="3526393" y="1393400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MINIMAL QUEUEING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02" name="Google Shape;702;p61"/>
          <p:cNvSpPr txBox="1"/>
          <p:nvPr>
            <p:ph idx="8" type="body"/>
          </p:nvPr>
        </p:nvSpPr>
        <p:spPr>
          <a:xfrm>
            <a:off x="364975" y="1775300"/>
            <a:ext cx="26274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The API responded in 22.6ms while the job took 3.45s to complete.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3" name="Google Shape;703;p61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4" name="Google Shape;704;p61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705" name="Google Shape;705;p61"/>
          <p:cNvGrpSpPr/>
          <p:nvPr/>
        </p:nvGrpSpPr>
        <p:grpSpPr>
          <a:xfrm>
            <a:off x="235673" y="4018024"/>
            <a:ext cx="214460" cy="708906"/>
            <a:chOff x="8278241" y="2502000"/>
            <a:chExt cx="324300" cy="1072150"/>
          </a:xfrm>
        </p:grpSpPr>
        <p:sp>
          <p:nvSpPr>
            <p:cNvPr id="706" name="Google Shape;706;p61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1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1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61"/>
          <p:cNvSpPr/>
          <p:nvPr/>
        </p:nvSpPr>
        <p:spPr>
          <a:xfrm>
            <a:off x="453777" y="1489082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1"/>
          <p:cNvSpPr/>
          <p:nvPr/>
        </p:nvSpPr>
        <p:spPr>
          <a:xfrm>
            <a:off x="3367099" y="1489088"/>
            <a:ext cx="1104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1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SINGLE-IMAGE RESULTS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712" name="Google Shape;712;p61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61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61"/>
          <p:cNvSpPr txBox="1"/>
          <p:nvPr>
            <p:ph idx="8" type="body"/>
          </p:nvPr>
        </p:nvSpPr>
        <p:spPr>
          <a:xfrm>
            <a:off x="3284257" y="1773521"/>
            <a:ext cx="25365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The job waited only about 0.08s, so processing accounted for nearly all its duration.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5" name="Google Shape;715;p61"/>
          <p:cNvSpPr txBox="1"/>
          <p:nvPr>
            <p:ph idx="6" type="subTitle"/>
          </p:nvPr>
        </p:nvSpPr>
        <p:spPr>
          <a:xfrm>
            <a:off x="6410725" y="1393404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DELAYED OBSERVATION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16" name="Google Shape;716;p61"/>
          <p:cNvSpPr/>
          <p:nvPr/>
        </p:nvSpPr>
        <p:spPr>
          <a:xfrm>
            <a:off x="6219177" y="1489086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7" name="Google Shape;71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36" y="2824513"/>
            <a:ext cx="8021426" cy="1507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18" name="Google Shape;718;p61"/>
          <p:cNvCxnSpPr/>
          <p:nvPr/>
        </p:nvCxnSpPr>
        <p:spPr>
          <a:xfrm>
            <a:off x="371302" y="4799171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61"/>
          <p:cNvSpPr txBox="1"/>
          <p:nvPr>
            <p:ph idx="8" type="body"/>
          </p:nvPr>
        </p:nvSpPr>
        <p:spPr>
          <a:xfrm>
            <a:off x="6150300" y="1773521"/>
            <a:ext cx="25365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Four polls detected completion 540.8ms after the server finished.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2"/>
          <p:cNvSpPr txBox="1"/>
          <p:nvPr>
            <p:ph idx="6" type="subTitle"/>
          </p:nvPr>
        </p:nvSpPr>
        <p:spPr>
          <a:xfrm>
            <a:off x="645325" y="1393400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QUICK</a:t>
            </a: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ACKNOWLEDGEMENT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25" name="Google Shape;725;p62"/>
          <p:cNvSpPr txBox="1"/>
          <p:nvPr>
            <p:ph idx="7" type="subTitle"/>
          </p:nvPr>
        </p:nvSpPr>
        <p:spPr>
          <a:xfrm>
            <a:off x="3526393" y="1393400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LONGER</a:t>
            </a: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 QUEUEING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26" name="Google Shape;726;p62"/>
          <p:cNvSpPr txBox="1"/>
          <p:nvPr>
            <p:ph idx="8" type="body"/>
          </p:nvPr>
        </p:nvSpPr>
        <p:spPr>
          <a:xfrm>
            <a:off x="379625" y="1775300"/>
            <a:ext cx="26568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All five uploads received responses within 27ms despite the processing backlog.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62"/>
          <p:cNvSpPr txBox="1"/>
          <p:nvPr>
            <p:ph idx="12" type="sldNum"/>
          </p:nvPr>
        </p:nvSpPr>
        <p:spPr>
          <a:xfrm>
            <a:off x="8229600" y="4799170"/>
            <a:ext cx="4572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8" name="Google Shape;728;p62"/>
          <p:cNvSpPr txBox="1"/>
          <p:nvPr>
            <p:ph idx="9" type="subTitle"/>
          </p:nvPr>
        </p:nvSpPr>
        <p:spPr>
          <a:xfrm>
            <a:off x="342900" y="4799170"/>
            <a:ext cx="4239900" cy="2739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/>
              <a:t>CMPS4191 Advanced Web Technologies Test 1</a:t>
            </a:r>
            <a:endParaRPr/>
          </a:p>
        </p:txBody>
      </p:sp>
      <p:grpSp>
        <p:nvGrpSpPr>
          <p:cNvPr id="729" name="Google Shape;729;p62"/>
          <p:cNvGrpSpPr/>
          <p:nvPr/>
        </p:nvGrpSpPr>
        <p:grpSpPr>
          <a:xfrm>
            <a:off x="235673" y="4018024"/>
            <a:ext cx="214460" cy="708906"/>
            <a:chOff x="8278241" y="2502000"/>
            <a:chExt cx="324300" cy="1072150"/>
          </a:xfrm>
        </p:grpSpPr>
        <p:sp>
          <p:nvSpPr>
            <p:cNvPr id="730" name="Google Shape;730;p62"/>
            <p:cNvSpPr/>
            <p:nvPr/>
          </p:nvSpPr>
          <p:spPr>
            <a:xfrm>
              <a:off x="8278241" y="250200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2"/>
            <p:cNvSpPr/>
            <p:nvPr/>
          </p:nvSpPr>
          <p:spPr>
            <a:xfrm>
              <a:off x="8278241" y="2897825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2"/>
            <p:cNvSpPr/>
            <p:nvPr/>
          </p:nvSpPr>
          <p:spPr>
            <a:xfrm>
              <a:off x="8278241" y="3293650"/>
              <a:ext cx="324300" cy="280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3" name="Google Shape;733;p62"/>
          <p:cNvSpPr/>
          <p:nvPr/>
        </p:nvSpPr>
        <p:spPr>
          <a:xfrm>
            <a:off x="453777" y="1489082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2"/>
          <p:cNvSpPr/>
          <p:nvPr/>
        </p:nvSpPr>
        <p:spPr>
          <a:xfrm>
            <a:off x="3367099" y="1489088"/>
            <a:ext cx="1104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62"/>
          <p:cNvSpPr txBox="1"/>
          <p:nvPr>
            <p:ph idx="4294967295" type="title"/>
          </p:nvPr>
        </p:nvSpPr>
        <p:spPr>
          <a:xfrm>
            <a:off x="342900" y="457200"/>
            <a:ext cx="84582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FIVE</a:t>
            </a:r>
            <a:r>
              <a:rPr lang="en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-IMAGE BURST RESULTS</a:t>
            </a:r>
            <a:endParaRPr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cxnSp>
        <p:nvCxnSpPr>
          <p:cNvPr id="736" name="Google Shape;736;p62"/>
          <p:cNvCxnSpPr/>
          <p:nvPr/>
        </p:nvCxnSpPr>
        <p:spPr>
          <a:xfrm>
            <a:off x="342977" y="1191996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62"/>
          <p:cNvCxnSpPr/>
          <p:nvPr/>
        </p:nvCxnSpPr>
        <p:spPr>
          <a:xfrm>
            <a:off x="342977" y="460693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62"/>
          <p:cNvSpPr txBox="1"/>
          <p:nvPr>
            <p:ph idx="8" type="body"/>
          </p:nvPr>
        </p:nvSpPr>
        <p:spPr>
          <a:xfrm>
            <a:off x="3284257" y="1773521"/>
            <a:ext cx="25365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Processing stayed near 3.36s, while queue-wait ranged from 0.05s to 13.52s.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9" name="Google Shape;739;p62"/>
          <p:cNvSpPr txBox="1"/>
          <p:nvPr>
            <p:ph idx="6" type="subTitle"/>
          </p:nvPr>
        </p:nvSpPr>
        <p:spPr>
          <a:xfrm>
            <a:off x="6410725" y="1393404"/>
            <a:ext cx="2234100" cy="2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INCREASED POLLING</a:t>
            </a:r>
            <a:endParaRPr sz="1200"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40" name="Google Shape;740;p62"/>
          <p:cNvSpPr/>
          <p:nvPr/>
        </p:nvSpPr>
        <p:spPr>
          <a:xfrm>
            <a:off x="6219177" y="1489086"/>
            <a:ext cx="132900" cy="13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1" name="Google Shape;741;p62"/>
          <p:cNvCxnSpPr/>
          <p:nvPr/>
        </p:nvCxnSpPr>
        <p:spPr>
          <a:xfrm>
            <a:off x="371302" y="4799171"/>
            <a:ext cx="847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62"/>
          <p:cNvSpPr txBox="1"/>
          <p:nvPr>
            <p:ph idx="8" type="body"/>
          </p:nvPr>
        </p:nvSpPr>
        <p:spPr>
          <a:xfrm>
            <a:off x="6150300" y="1773521"/>
            <a:ext cx="2536500" cy="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Longer</a:t>
            </a: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 waits required more polls, incrementing from 4 to 17 as job duration increased.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743" name="Google Shape;74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88" y="2657898"/>
            <a:ext cx="8021426" cy="19180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3"/>
          <p:cNvSpPr txBox="1"/>
          <p:nvPr>
            <p:ph type="title"/>
          </p:nvPr>
        </p:nvSpPr>
        <p:spPr>
          <a:xfrm>
            <a:off x="0" y="1287725"/>
            <a:ext cx="9063600" cy="32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0"/>
              <a:t>DEMO</a:t>
            </a:r>
            <a:endParaRPr sz="25000"/>
          </a:p>
        </p:txBody>
      </p:sp>
      <p:sp>
        <p:nvSpPr>
          <p:cNvPr id="749" name="Google Shape;749;p6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0" name="Google Shape;750;p63"/>
          <p:cNvSpPr txBox="1"/>
          <p:nvPr>
            <p:ph idx="1" type="body"/>
          </p:nvPr>
        </p:nvSpPr>
        <p:spPr>
          <a:xfrm>
            <a:off x="364861" y="376718"/>
            <a:ext cx="2859300" cy="14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LIVE</a:t>
            </a:r>
            <a:endParaRPr sz="9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posal for New Client">
  <a:themeElements>
    <a:clrScheme name="Simple Light">
      <a:dk1>
        <a:srgbClr val="004A2E"/>
      </a:dk1>
      <a:lt1>
        <a:srgbClr val="F1F1E9"/>
      </a:lt1>
      <a:dk2>
        <a:srgbClr val="00160D"/>
      </a:dk2>
      <a:lt2>
        <a:srgbClr val="26A96C"/>
      </a:lt2>
      <a:accent1>
        <a:srgbClr val="002517"/>
      </a:accent1>
      <a:accent2>
        <a:srgbClr val="1A5C42"/>
      </a:accent2>
      <a:accent3>
        <a:srgbClr val="4C806C"/>
      </a:accent3>
      <a:accent4>
        <a:srgbClr val="CCDAD5"/>
      </a:accent4>
      <a:accent5>
        <a:srgbClr val="EEF7F5"/>
      </a:accent5>
      <a:accent6>
        <a:srgbClr val="FFFFFF"/>
      </a:accent6>
      <a:hlink>
        <a:srgbClr val="26A9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